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7" r:id="rId4"/>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Lst>
  <p:sldSz cx="9144000" cy="5143500"/>
  <p:notesSz cx="6858000" cy="9144000"/>
  <p:embeddedFontLst>
    <p:embeddedFont>
      <p:font typeface="Raleway"/>
      <p:regular r:id="rId64"/>
    </p:embeddedFont>
    <p:embeddedFont>
      <p:font typeface="Lato" panose="020F0302020204030203"/>
      <p:regular r:id="rId65"/>
    </p:embeddedFont>
    <p:embeddedFont>
      <p:font typeface="Calibri" panose="020F0502020204030204"/>
      <p:regular r:id="rId66"/>
      <p:bold r:id="rId67"/>
      <p:italic r:id="rId68"/>
      <p:boldItalic r:id="rId6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9" Type="http://schemas.openxmlformats.org/officeDocument/2006/relationships/font" Target="fonts/font6.fntdata"/><Relationship Id="rId68" Type="http://schemas.openxmlformats.org/officeDocument/2006/relationships/font" Target="fonts/font5.fntdata"/><Relationship Id="rId67" Type="http://schemas.openxmlformats.org/officeDocument/2006/relationships/font" Target="fonts/font4.fntdata"/><Relationship Id="rId66" Type="http://schemas.openxmlformats.org/officeDocument/2006/relationships/font" Target="fonts/font3.fntdata"/><Relationship Id="rId65" Type="http://schemas.openxmlformats.org/officeDocument/2006/relationships/font" Target="fonts/font2.fntdata"/><Relationship Id="rId64" Type="http://schemas.openxmlformats.org/officeDocument/2006/relationships/font" Target="fonts/font1.fntdata"/><Relationship Id="rId63" Type="http://schemas.openxmlformats.org/officeDocument/2006/relationships/tableStyles" Target="tableStyles.xml"/><Relationship Id="rId62" Type="http://schemas.openxmlformats.org/officeDocument/2006/relationships/viewProps" Target="viewProps.xml"/><Relationship Id="rId61" Type="http://schemas.openxmlformats.org/officeDocument/2006/relationships/presProps" Target="presProps.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2" name="Shape 132"/>
        <p:cNvGrpSpPr/>
        <p:nvPr/>
      </p:nvGrpSpPr>
      <p:grpSpPr>
        <a:xfrm>
          <a:off x="0" y="0"/>
          <a:ext cx="0" cy="0"/>
          <a:chOff x="0" y="0"/>
          <a:chExt cx="0" cy="0"/>
        </a:xfrm>
      </p:grpSpPr>
      <p:sp>
        <p:nvSpPr>
          <p:cNvPr id="133" name="Google Shape;133;g33e8bab1b3c_0_152:notes"/>
          <p:cNvSpPr/>
          <p:nvPr>
            <p:ph type="sldImg" idx="2"/>
          </p:nvPr>
        </p:nvSpPr>
        <p:spPr>
          <a:xfrm>
            <a:off x="3813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3e8bab1b3c_0_15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 name="Shape 137"/>
        <p:cNvGrpSpPr/>
        <p:nvPr/>
      </p:nvGrpSpPr>
      <p:grpSpPr>
        <a:xfrm>
          <a:off x="0" y="0"/>
          <a:ext cx="0" cy="0"/>
          <a:chOff x="0" y="0"/>
          <a:chExt cx="0" cy="0"/>
        </a:xfrm>
      </p:grpSpPr>
      <p:sp>
        <p:nvSpPr>
          <p:cNvPr id="138" name="Google Shape;138;p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p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3" name="Shape 143"/>
        <p:cNvGrpSpPr/>
        <p:nvPr/>
      </p:nvGrpSpPr>
      <p:grpSpPr>
        <a:xfrm>
          <a:off x="0" y="0"/>
          <a:ext cx="0" cy="0"/>
          <a:chOff x="0" y="0"/>
          <a:chExt cx="0" cy="0"/>
        </a:xfrm>
      </p:grpSpPr>
      <p:sp>
        <p:nvSpPr>
          <p:cNvPr id="144" name="Google Shape;144;p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p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9" name="Shape 149"/>
        <p:cNvGrpSpPr/>
        <p:nvPr/>
      </p:nvGrpSpPr>
      <p:grpSpPr>
        <a:xfrm>
          <a:off x="0" y="0"/>
          <a:ext cx="0" cy="0"/>
          <a:chOff x="0" y="0"/>
          <a:chExt cx="0" cy="0"/>
        </a:xfrm>
      </p:grpSpPr>
      <p:sp>
        <p:nvSpPr>
          <p:cNvPr id="150" name="Google Shape;150;p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p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5" name="Shape 155"/>
        <p:cNvGrpSpPr/>
        <p:nvPr/>
      </p:nvGrpSpPr>
      <p:grpSpPr>
        <a:xfrm>
          <a:off x="0" y="0"/>
          <a:ext cx="0" cy="0"/>
          <a:chOff x="0" y="0"/>
          <a:chExt cx="0" cy="0"/>
        </a:xfrm>
      </p:grpSpPr>
      <p:sp>
        <p:nvSpPr>
          <p:cNvPr id="156" name="Google Shape;156;p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2" name="Shape 162"/>
        <p:cNvGrpSpPr/>
        <p:nvPr/>
      </p:nvGrpSpPr>
      <p:grpSpPr>
        <a:xfrm>
          <a:off x="0" y="0"/>
          <a:ext cx="0" cy="0"/>
          <a:chOff x="0" y="0"/>
          <a:chExt cx="0" cy="0"/>
        </a:xfrm>
      </p:grpSpPr>
      <p:sp>
        <p:nvSpPr>
          <p:cNvPr id="163" name="Google Shape;163;p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4" name="Google Shape;164;p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8" name="Shape 168"/>
        <p:cNvGrpSpPr/>
        <p:nvPr/>
      </p:nvGrpSpPr>
      <p:grpSpPr>
        <a:xfrm>
          <a:off x="0" y="0"/>
          <a:ext cx="0" cy="0"/>
          <a:chOff x="0" y="0"/>
          <a:chExt cx="0" cy="0"/>
        </a:xfrm>
      </p:grpSpPr>
      <p:sp>
        <p:nvSpPr>
          <p:cNvPr id="169" name="Google Shape;169;p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p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4" name="Shape 174"/>
        <p:cNvGrpSpPr/>
        <p:nvPr/>
      </p:nvGrpSpPr>
      <p:grpSpPr>
        <a:xfrm>
          <a:off x="0" y="0"/>
          <a:ext cx="0" cy="0"/>
          <a:chOff x="0" y="0"/>
          <a:chExt cx="0" cy="0"/>
        </a:xfrm>
      </p:grpSpPr>
      <p:sp>
        <p:nvSpPr>
          <p:cNvPr id="175" name="Google Shape;175;p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6" name="Google Shape;176;p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9" name="Shape 179"/>
        <p:cNvGrpSpPr/>
        <p:nvPr/>
      </p:nvGrpSpPr>
      <p:grpSpPr>
        <a:xfrm>
          <a:off x="0" y="0"/>
          <a:ext cx="0" cy="0"/>
          <a:chOff x="0" y="0"/>
          <a:chExt cx="0" cy="0"/>
        </a:xfrm>
      </p:grpSpPr>
      <p:sp>
        <p:nvSpPr>
          <p:cNvPr id="180" name="Google Shape;180;p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p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p1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7" name="Google Shape;187;p1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1" name="Shape 191"/>
        <p:cNvGrpSpPr/>
        <p:nvPr/>
      </p:nvGrpSpPr>
      <p:grpSpPr>
        <a:xfrm>
          <a:off x="0" y="0"/>
          <a:ext cx="0" cy="0"/>
          <a:chOff x="0" y="0"/>
          <a:chExt cx="0" cy="0"/>
        </a:xfrm>
      </p:grpSpPr>
      <p:sp>
        <p:nvSpPr>
          <p:cNvPr id="192" name="Google Shape;192;p1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p1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7" name="Shape 197"/>
        <p:cNvGrpSpPr/>
        <p:nvPr/>
      </p:nvGrpSpPr>
      <p:grpSpPr>
        <a:xfrm>
          <a:off x="0" y="0"/>
          <a:ext cx="0" cy="0"/>
          <a:chOff x="0" y="0"/>
          <a:chExt cx="0" cy="0"/>
        </a:xfrm>
      </p:grpSpPr>
      <p:sp>
        <p:nvSpPr>
          <p:cNvPr id="198" name="Google Shape;198;p1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p1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3" name="Shape 203"/>
        <p:cNvGrpSpPr/>
        <p:nvPr/>
      </p:nvGrpSpPr>
      <p:grpSpPr>
        <a:xfrm>
          <a:off x="0" y="0"/>
          <a:ext cx="0" cy="0"/>
          <a:chOff x="0" y="0"/>
          <a:chExt cx="0" cy="0"/>
        </a:xfrm>
      </p:grpSpPr>
      <p:sp>
        <p:nvSpPr>
          <p:cNvPr id="204" name="Google Shape;204;p1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5" name="Google Shape;205;p1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9" name="Shape 209"/>
        <p:cNvGrpSpPr/>
        <p:nvPr/>
      </p:nvGrpSpPr>
      <p:grpSpPr>
        <a:xfrm>
          <a:off x="0" y="0"/>
          <a:ext cx="0" cy="0"/>
          <a:chOff x="0" y="0"/>
          <a:chExt cx="0" cy="0"/>
        </a:xfrm>
      </p:grpSpPr>
      <p:sp>
        <p:nvSpPr>
          <p:cNvPr id="210" name="Google Shape;210;p1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1" name="Google Shape;211;p1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5" name="Shape 215"/>
        <p:cNvGrpSpPr/>
        <p:nvPr/>
      </p:nvGrpSpPr>
      <p:grpSpPr>
        <a:xfrm>
          <a:off x="0" y="0"/>
          <a:ext cx="0" cy="0"/>
          <a:chOff x="0" y="0"/>
          <a:chExt cx="0" cy="0"/>
        </a:xfrm>
      </p:grpSpPr>
      <p:sp>
        <p:nvSpPr>
          <p:cNvPr id="216" name="Google Shape;216;p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7" name="Google Shape;217;p1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0" name="Shape 220"/>
        <p:cNvGrpSpPr/>
        <p:nvPr/>
      </p:nvGrpSpPr>
      <p:grpSpPr>
        <a:xfrm>
          <a:off x="0" y="0"/>
          <a:ext cx="0" cy="0"/>
          <a:chOff x="0" y="0"/>
          <a:chExt cx="0" cy="0"/>
        </a:xfrm>
      </p:grpSpPr>
      <p:sp>
        <p:nvSpPr>
          <p:cNvPr id="221" name="Google Shape;221;p1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p1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6" name="Shape 226"/>
        <p:cNvGrpSpPr/>
        <p:nvPr/>
      </p:nvGrpSpPr>
      <p:grpSpPr>
        <a:xfrm>
          <a:off x="0" y="0"/>
          <a:ext cx="0" cy="0"/>
          <a:chOff x="0" y="0"/>
          <a:chExt cx="0" cy="0"/>
        </a:xfrm>
      </p:grpSpPr>
      <p:sp>
        <p:nvSpPr>
          <p:cNvPr id="227" name="Google Shape;227;p1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p1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3" name="Shape 233"/>
        <p:cNvGrpSpPr/>
        <p:nvPr/>
      </p:nvGrpSpPr>
      <p:grpSpPr>
        <a:xfrm>
          <a:off x="0" y="0"/>
          <a:ext cx="0" cy="0"/>
          <a:chOff x="0" y="0"/>
          <a:chExt cx="0" cy="0"/>
        </a:xfrm>
      </p:grpSpPr>
      <p:sp>
        <p:nvSpPr>
          <p:cNvPr id="234" name="Google Shape;234;p1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 name="Google Shape;235;p1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9" name="Shape 239"/>
        <p:cNvGrpSpPr/>
        <p:nvPr/>
      </p:nvGrpSpPr>
      <p:grpSpPr>
        <a:xfrm>
          <a:off x="0" y="0"/>
          <a:ext cx="0" cy="0"/>
          <a:chOff x="0" y="0"/>
          <a:chExt cx="0" cy="0"/>
        </a:xfrm>
      </p:grpSpPr>
      <p:sp>
        <p:nvSpPr>
          <p:cNvPr id="240" name="Google Shape;240;p1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p1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5" name="Shape 245"/>
        <p:cNvGrpSpPr/>
        <p:nvPr/>
      </p:nvGrpSpPr>
      <p:grpSpPr>
        <a:xfrm>
          <a:off x="0" y="0"/>
          <a:ext cx="0" cy="0"/>
          <a:chOff x="0" y="0"/>
          <a:chExt cx="0" cy="0"/>
        </a:xfrm>
      </p:grpSpPr>
      <p:sp>
        <p:nvSpPr>
          <p:cNvPr id="246" name="Google Shape;246;p2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p2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0" name="Shape 250"/>
        <p:cNvGrpSpPr/>
        <p:nvPr/>
      </p:nvGrpSpPr>
      <p:grpSpPr>
        <a:xfrm>
          <a:off x="0" y="0"/>
          <a:ext cx="0" cy="0"/>
          <a:chOff x="0" y="0"/>
          <a:chExt cx="0" cy="0"/>
        </a:xfrm>
      </p:grpSpPr>
      <p:sp>
        <p:nvSpPr>
          <p:cNvPr id="251" name="Google Shape;251;p2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p2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7" name="Shape 257"/>
        <p:cNvGrpSpPr/>
        <p:nvPr/>
      </p:nvGrpSpPr>
      <p:grpSpPr>
        <a:xfrm>
          <a:off x="0" y="0"/>
          <a:ext cx="0" cy="0"/>
          <a:chOff x="0" y="0"/>
          <a:chExt cx="0" cy="0"/>
        </a:xfrm>
      </p:grpSpPr>
      <p:sp>
        <p:nvSpPr>
          <p:cNvPr id="258" name="Google Shape;258;p2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p2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3" name="Shape 263"/>
        <p:cNvGrpSpPr/>
        <p:nvPr/>
      </p:nvGrpSpPr>
      <p:grpSpPr>
        <a:xfrm>
          <a:off x="0" y="0"/>
          <a:ext cx="0" cy="0"/>
          <a:chOff x="0" y="0"/>
          <a:chExt cx="0" cy="0"/>
        </a:xfrm>
      </p:grpSpPr>
      <p:sp>
        <p:nvSpPr>
          <p:cNvPr id="264" name="Google Shape;264;p2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5" name="Google Shape;265;p2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9" name="Shape 269"/>
        <p:cNvGrpSpPr/>
        <p:nvPr/>
      </p:nvGrpSpPr>
      <p:grpSpPr>
        <a:xfrm>
          <a:off x="0" y="0"/>
          <a:ext cx="0" cy="0"/>
          <a:chOff x="0" y="0"/>
          <a:chExt cx="0" cy="0"/>
        </a:xfrm>
      </p:grpSpPr>
      <p:sp>
        <p:nvSpPr>
          <p:cNvPr id="270" name="Google Shape;270;p2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1" name="Google Shape;271;p2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5" name="Shape 275"/>
        <p:cNvGrpSpPr/>
        <p:nvPr/>
      </p:nvGrpSpPr>
      <p:grpSpPr>
        <a:xfrm>
          <a:off x="0" y="0"/>
          <a:ext cx="0" cy="0"/>
          <a:chOff x="0" y="0"/>
          <a:chExt cx="0" cy="0"/>
        </a:xfrm>
      </p:grpSpPr>
      <p:sp>
        <p:nvSpPr>
          <p:cNvPr id="276" name="Google Shape;276;p2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7" name="Google Shape;277;p2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2" name="Shape 282"/>
        <p:cNvGrpSpPr/>
        <p:nvPr/>
      </p:nvGrpSpPr>
      <p:grpSpPr>
        <a:xfrm>
          <a:off x="0" y="0"/>
          <a:ext cx="0" cy="0"/>
          <a:chOff x="0" y="0"/>
          <a:chExt cx="0" cy="0"/>
        </a:xfrm>
      </p:grpSpPr>
      <p:sp>
        <p:nvSpPr>
          <p:cNvPr id="283" name="Google Shape;283;p2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4" name="Google Shape;284;p2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9" name="Shape 289"/>
        <p:cNvGrpSpPr/>
        <p:nvPr/>
      </p:nvGrpSpPr>
      <p:grpSpPr>
        <a:xfrm>
          <a:off x="0" y="0"/>
          <a:ext cx="0" cy="0"/>
          <a:chOff x="0" y="0"/>
          <a:chExt cx="0" cy="0"/>
        </a:xfrm>
      </p:grpSpPr>
      <p:sp>
        <p:nvSpPr>
          <p:cNvPr id="290" name="Google Shape;290;p2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1" name="Google Shape;291;p2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4" name="Shape 294"/>
        <p:cNvGrpSpPr/>
        <p:nvPr/>
      </p:nvGrpSpPr>
      <p:grpSpPr>
        <a:xfrm>
          <a:off x="0" y="0"/>
          <a:ext cx="0" cy="0"/>
          <a:chOff x="0" y="0"/>
          <a:chExt cx="0" cy="0"/>
        </a:xfrm>
      </p:grpSpPr>
      <p:sp>
        <p:nvSpPr>
          <p:cNvPr id="295" name="Google Shape;295;p2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6" name="Google Shape;296;p2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0" name="Shape 300"/>
        <p:cNvGrpSpPr/>
        <p:nvPr/>
      </p:nvGrpSpPr>
      <p:grpSpPr>
        <a:xfrm>
          <a:off x="0" y="0"/>
          <a:ext cx="0" cy="0"/>
          <a:chOff x="0" y="0"/>
          <a:chExt cx="0" cy="0"/>
        </a:xfrm>
      </p:grpSpPr>
      <p:sp>
        <p:nvSpPr>
          <p:cNvPr id="301" name="Google Shape;301;p2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2" name="Google Shape;302;p2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7" name="Shape 307"/>
        <p:cNvGrpSpPr/>
        <p:nvPr/>
      </p:nvGrpSpPr>
      <p:grpSpPr>
        <a:xfrm>
          <a:off x="0" y="0"/>
          <a:ext cx="0" cy="0"/>
          <a:chOff x="0" y="0"/>
          <a:chExt cx="0" cy="0"/>
        </a:xfrm>
      </p:grpSpPr>
      <p:sp>
        <p:nvSpPr>
          <p:cNvPr id="308" name="Google Shape;308;p3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9" name="Google Shape;309;p3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4" name="Shape 314"/>
        <p:cNvGrpSpPr/>
        <p:nvPr/>
      </p:nvGrpSpPr>
      <p:grpSpPr>
        <a:xfrm>
          <a:off x="0" y="0"/>
          <a:ext cx="0" cy="0"/>
          <a:chOff x="0" y="0"/>
          <a:chExt cx="0" cy="0"/>
        </a:xfrm>
      </p:grpSpPr>
      <p:sp>
        <p:nvSpPr>
          <p:cNvPr id="315" name="Google Shape;315;p3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6" name="Google Shape;316;p3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1" name="Shape 321"/>
        <p:cNvGrpSpPr/>
        <p:nvPr/>
      </p:nvGrpSpPr>
      <p:grpSpPr>
        <a:xfrm>
          <a:off x="0" y="0"/>
          <a:ext cx="0" cy="0"/>
          <a:chOff x="0" y="0"/>
          <a:chExt cx="0" cy="0"/>
        </a:xfrm>
      </p:grpSpPr>
      <p:sp>
        <p:nvSpPr>
          <p:cNvPr id="322" name="Google Shape;322;p3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3" name="Google Shape;323;p3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8" name="Shape 328"/>
        <p:cNvGrpSpPr/>
        <p:nvPr/>
      </p:nvGrpSpPr>
      <p:grpSpPr>
        <a:xfrm>
          <a:off x="0" y="0"/>
          <a:ext cx="0" cy="0"/>
          <a:chOff x="0" y="0"/>
          <a:chExt cx="0" cy="0"/>
        </a:xfrm>
      </p:grpSpPr>
      <p:sp>
        <p:nvSpPr>
          <p:cNvPr id="329" name="Google Shape;329;g33e8c7d2d59_2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0" name="Google Shape;330;g33e8c7d2d59_2_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3" name="Shape 333"/>
        <p:cNvGrpSpPr/>
        <p:nvPr/>
      </p:nvGrpSpPr>
      <p:grpSpPr>
        <a:xfrm>
          <a:off x="0" y="0"/>
          <a:ext cx="0" cy="0"/>
          <a:chOff x="0" y="0"/>
          <a:chExt cx="0" cy="0"/>
        </a:xfrm>
      </p:grpSpPr>
      <p:sp>
        <p:nvSpPr>
          <p:cNvPr id="334" name="Google Shape;334;g33e8c7d2d59_2_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5" name="Google Shape;335;g33e8c7d2d59_2_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9" name="Shape 339"/>
        <p:cNvGrpSpPr/>
        <p:nvPr/>
      </p:nvGrpSpPr>
      <p:grpSpPr>
        <a:xfrm>
          <a:off x="0" y="0"/>
          <a:ext cx="0" cy="0"/>
          <a:chOff x="0" y="0"/>
          <a:chExt cx="0" cy="0"/>
        </a:xfrm>
      </p:grpSpPr>
      <p:sp>
        <p:nvSpPr>
          <p:cNvPr id="340" name="Google Shape;340;g33e8c7d2d59_2_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1" name="Google Shape;341;g33e8c7d2d59_2_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6" name="Shape 346"/>
        <p:cNvGrpSpPr/>
        <p:nvPr/>
      </p:nvGrpSpPr>
      <p:grpSpPr>
        <a:xfrm>
          <a:off x="0" y="0"/>
          <a:ext cx="0" cy="0"/>
          <a:chOff x="0" y="0"/>
          <a:chExt cx="0" cy="0"/>
        </a:xfrm>
      </p:grpSpPr>
      <p:sp>
        <p:nvSpPr>
          <p:cNvPr id="347" name="Google Shape;347;g33e8c7d2d59_2_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8" name="Google Shape;348;g33e8c7d2d59_2_1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3" name="Shape 353"/>
        <p:cNvGrpSpPr/>
        <p:nvPr/>
      </p:nvGrpSpPr>
      <p:grpSpPr>
        <a:xfrm>
          <a:off x="0" y="0"/>
          <a:ext cx="0" cy="0"/>
          <a:chOff x="0" y="0"/>
          <a:chExt cx="0" cy="0"/>
        </a:xfrm>
      </p:grpSpPr>
      <p:sp>
        <p:nvSpPr>
          <p:cNvPr id="354" name="Google Shape;354;g33e8c7d2d59_2_2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5" name="Google Shape;355;g33e8c7d2d59_2_2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9" name="Shape 359"/>
        <p:cNvGrpSpPr/>
        <p:nvPr/>
      </p:nvGrpSpPr>
      <p:grpSpPr>
        <a:xfrm>
          <a:off x="0" y="0"/>
          <a:ext cx="0" cy="0"/>
          <a:chOff x="0" y="0"/>
          <a:chExt cx="0" cy="0"/>
        </a:xfrm>
      </p:grpSpPr>
      <p:sp>
        <p:nvSpPr>
          <p:cNvPr id="360" name="Google Shape;360;g33e8c7d2d59_2_2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1" name="Google Shape;361;g33e8c7d2d59_2_2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6" name="Shape 366"/>
        <p:cNvGrpSpPr/>
        <p:nvPr/>
      </p:nvGrpSpPr>
      <p:grpSpPr>
        <a:xfrm>
          <a:off x="0" y="0"/>
          <a:ext cx="0" cy="0"/>
          <a:chOff x="0" y="0"/>
          <a:chExt cx="0" cy="0"/>
        </a:xfrm>
      </p:grpSpPr>
      <p:sp>
        <p:nvSpPr>
          <p:cNvPr id="367" name="Google Shape;367;g33e8c7d2d59_2_3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8" name="Google Shape;368;g33e8c7d2d59_2_3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3" name="Shape 373"/>
        <p:cNvGrpSpPr/>
        <p:nvPr/>
      </p:nvGrpSpPr>
      <p:grpSpPr>
        <a:xfrm>
          <a:off x="0" y="0"/>
          <a:ext cx="0" cy="0"/>
          <a:chOff x="0" y="0"/>
          <a:chExt cx="0" cy="0"/>
        </a:xfrm>
      </p:grpSpPr>
      <p:sp>
        <p:nvSpPr>
          <p:cNvPr id="374" name="Google Shape;374;g33e8c7d2d59_2_3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5" name="Google Shape;375;g33e8c7d2d59_2_3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0" name="Shape 380"/>
        <p:cNvGrpSpPr/>
        <p:nvPr/>
      </p:nvGrpSpPr>
      <p:grpSpPr>
        <a:xfrm>
          <a:off x="0" y="0"/>
          <a:ext cx="0" cy="0"/>
          <a:chOff x="0" y="0"/>
          <a:chExt cx="0" cy="0"/>
        </a:xfrm>
      </p:grpSpPr>
      <p:sp>
        <p:nvSpPr>
          <p:cNvPr id="381" name="Google Shape;381;g33e8c7d2d59_2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2" name="Google Shape;382;g33e8c7d2d59_2_4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7" name="Shape 387"/>
        <p:cNvGrpSpPr/>
        <p:nvPr/>
      </p:nvGrpSpPr>
      <p:grpSpPr>
        <a:xfrm>
          <a:off x="0" y="0"/>
          <a:ext cx="0" cy="0"/>
          <a:chOff x="0" y="0"/>
          <a:chExt cx="0" cy="0"/>
        </a:xfrm>
      </p:grpSpPr>
      <p:sp>
        <p:nvSpPr>
          <p:cNvPr id="388" name="Google Shape;388;g33e8c7d2d59_2_5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9" name="Google Shape;389;g33e8c7d2d59_2_5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3" name="Shape 393"/>
        <p:cNvGrpSpPr/>
        <p:nvPr/>
      </p:nvGrpSpPr>
      <p:grpSpPr>
        <a:xfrm>
          <a:off x="0" y="0"/>
          <a:ext cx="0" cy="0"/>
          <a:chOff x="0" y="0"/>
          <a:chExt cx="0" cy="0"/>
        </a:xfrm>
      </p:grpSpPr>
      <p:sp>
        <p:nvSpPr>
          <p:cNvPr id="394" name="Google Shape;394;g33e8c7d2d59_2_5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5" name="Google Shape;395;g33e8c7d2d59_2_5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0" name="Shape 400"/>
        <p:cNvGrpSpPr/>
        <p:nvPr/>
      </p:nvGrpSpPr>
      <p:grpSpPr>
        <a:xfrm>
          <a:off x="0" y="0"/>
          <a:ext cx="0" cy="0"/>
          <a:chOff x="0" y="0"/>
          <a:chExt cx="0" cy="0"/>
        </a:xfrm>
      </p:grpSpPr>
      <p:sp>
        <p:nvSpPr>
          <p:cNvPr id="401" name="Google Shape;401;g33e8c7d2d59_2_6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2" name="Google Shape;402;g33e8c7d2d59_2_6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7" name="Shape 407"/>
        <p:cNvGrpSpPr/>
        <p:nvPr/>
      </p:nvGrpSpPr>
      <p:grpSpPr>
        <a:xfrm>
          <a:off x="0" y="0"/>
          <a:ext cx="0" cy="0"/>
          <a:chOff x="0" y="0"/>
          <a:chExt cx="0" cy="0"/>
        </a:xfrm>
      </p:grpSpPr>
      <p:sp>
        <p:nvSpPr>
          <p:cNvPr id="408" name="Google Shape;408;g33e8c7d2d59_2_6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9" name="Google Shape;409;g33e8c7d2d59_2_6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4" name="Shape 414"/>
        <p:cNvGrpSpPr/>
        <p:nvPr/>
      </p:nvGrpSpPr>
      <p:grpSpPr>
        <a:xfrm>
          <a:off x="0" y="0"/>
          <a:ext cx="0" cy="0"/>
          <a:chOff x="0" y="0"/>
          <a:chExt cx="0" cy="0"/>
        </a:xfrm>
      </p:grpSpPr>
      <p:sp>
        <p:nvSpPr>
          <p:cNvPr id="415" name="Google Shape;415;g33e8c7d2d59_2_7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6" name="Google Shape;416;g33e8c7d2d59_2_7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0" name="Shape 420"/>
        <p:cNvGrpSpPr/>
        <p:nvPr/>
      </p:nvGrpSpPr>
      <p:grpSpPr>
        <a:xfrm>
          <a:off x="0" y="0"/>
          <a:ext cx="0" cy="0"/>
          <a:chOff x="0" y="0"/>
          <a:chExt cx="0" cy="0"/>
        </a:xfrm>
      </p:grpSpPr>
      <p:sp>
        <p:nvSpPr>
          <p:cNvPr id="421" name="Google Shape;421;g33e8c7d2d59_2_7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2" name="Google Shape;422;g33e8c7d2d59_2_7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6" name="Shape 426"/>
        <p:cNvGrpSpPr/>
        <p:nvPr/>
      </p:nvGrpSpPr>
      <p:grpSpPr>
        <a:xfrm>
          <a:off x="0" y="0"/>
          <a:ext cx="0" cy="0"/>
          <a:chOff x="0" y="0"/>
          <a:chExt cx="0" cy="0"/>
        </a:xfrm>
      </p:grpSpPr>
      <p:sp>
        <p:nvSpPr>
          <p:cNvPr id="427" name="Google Shape;427;g33e8c7d2d59_2_8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8" name="Google Shape;428;g33e8c7d2d59_2_8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1" name="Shape 431"/>
        <p:cNvGrpSpPr/>
        <p:nvPr/>
      </p:nvGrpSpPr>
      <p:grpSpPr>
        <a:xfrm>
          <a:off x="0" y="0"/>
          <a:ext cx="0" cy="0"/>
          <a:chOff x="0" y="0"/>
          <a:chExt cx="0" cy="0"/>
        </a:xfrm>
      </p:grpSpPr>
      <p:sp>
        <p:nvSpPr>
          <p:cNvPr id="432" name="Google Shape;432;g33e8c7d2d59_2_8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3" name="Google Shape;433;g33e8c7d2d59_2_8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8" name="Shape 438"/>
        <p:cNvGrpSpPr/>
        <p:nvPr/>
      </p:nvGrpSpPr>
      <p:grpSpPr>
        <a:xfrm>
          <a:off x="0" y="0"/>
          <a:ext cx="0" cy="0"/>
          <a:chOff x="0" y="0"/>
          <a:chExt cx="0" cy="0"/>
        </a:xfrm>
      </p:grpSpPr>
      <p:sp>
        <p:nvSpPr>
          <p:cNvPr id="439" name="Google Shape;439;g33e8c7d2d59_2_9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0" name="Google Shape;440;g33e8c7d2d59_2_9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6" name="Shape 446"/>
        <p:cNvGrpSpPr/>
        <p:nvPr/>
      </p:nvGrpSpPr>
      <p:grpSpPr>
        <a:xfrm>
          <a:off x="0" y="0"/>
          <a:ext cx="0" cy="0"/>
          <a:chOff x="0" y="0"/>
          <a:chExt cx="0" cy="0"/>
        </a:xfrm>
      </p:grpSpPr>
      <p:sp>
        <p:nvSpPr>
          <p:cNvPr id="447" name="Google Shape;447;g33e8c7d2d59_2_10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8" name="Google Shape;448;g33e8c7d2d59_2_10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53" name="Shape 453"/>
        <p:cNvGrpSpPr/>
        <p:nvPr/>
      </p:nvGrpSpPr>
      <p:grpSpPr>
        <a:xfrm>
          <a:off x="0" y="0"/>
          <a:ext cx="0" cy="0"/>
          <a:chOff x="0" y="0"/>
          <a:chExt cx="0" cy="0"/>
        </a:xfrm>
      </p:grpSpPr>
      <p:sp>
        <p:nvSpPr>
          <p:cNvPr id="454" name="Google Shape;454;g33e8c7d2d59_2_10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5" name="Google Shape;455;g33e8c7d2d59_2_10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0" name="Shape 460"/>
        <p:cNvGrpSpPr/>
        <p:nvPr/>
      </p:nvGrpSpPr>
      <p:grpSpPr>
        <a:xfrm>
          <a:off x="0" y="0"/>
          <a:ext cx="0" cy="0"/>
          <a:chOff x="0" y="0"/>
          <a:chExt cx="0" cy="0"/>
        </a:xfrm>
      </p:grpSpPr>
      <p:sp>
        <p:nvSpPr>
          <p:cNvPr id="461" name="Google Shape;461;g33e8c7d2d59_2_11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2" name="Google Shape;462;g33e8c7d2d59_2_11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6" name="Shape 466"/>
        <p:cNvGrpSpPr/>
        <p:nvPr/>
      </p:nvGrpSpPr>
      <p:grpSpPr>
        <a:xfrm>
          <a:off x="0" y="0"/>
          <a:ext cx="0" cy="0"/>
          <a:chOff x="0" y="0"/>
          <a:chExt cx="0" cy="0"/>
        </a:xfrm>
      </p:grpSpPr>
      <p:sp>
        <p:nvSpPr>
          <p:cNvPr id="467" name="Google Shape;467;g33e8c7d2d59_2_11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8" name="Google Shape;468;g33e8c7d2d59_2_11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3" name="Shape 473"/>
        <p:cNvGrpSpPr/>
        <p:nvPr/>
      </p:nvGrpSpPr>
      <p:grpSpPr>
        <a:xfrm>
          <a:off x="0" y="0"/>
          <a:ext cx="0" cy="0"/>
          <a:chOff x="0" y="0"/>
          <a:chExt cx="0" cy="0"/>
        </a:xfrm>
      </p:grpSpPr>
      <p:sp>
        <p:nvSpPr>
          <p:cNvPr id="474" name="Google Shape;474;g33e8c7d2d59_2_20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33e8c7d2d59_2_20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9" name="Shape 479"/>
        <p:cNvGrpSpPr/>
        <p:nvPr/>
      </p:nvGrpSpPr>
      <p:grpSpPr>
        <a:xfrm>
          <a:off x="0" y="0"/>
          <a:ext cx="0" cy="0"/>
          <a:chOff x="0" y="0"/>
          <a:chExt cx="0" cy="0"/>
        </a:xfrm>
      </p:grpSpPr>
      <p:sp>
        <p:nvSpPr>
          <p:cNvPr id="480" name="Google Shape;480;g33e8bab1b3c_0_244:notes"/>
          <p:cNvSpPr/>
          <p:nvPr>
            <p:ph type="sldImg" idx="2"/>
          </p:nvPr>
        </p:nvSpPr>
        <p:spPr>
          <a:xfrm>
            <a:off x="381300" y="685800"/>
            <a:ext cx="6096000" cy="34293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33e8bab1b3c_0_2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bg>
      <p:bgPr>
        <a:solidFill>
          <a:schemeClr val="lt2"/>
        </a:solidFill>
        <a:effectLst/>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4" name="Google Shape;14;p2"/>
          <p:cNvSpPr txBox="1"/>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2"/>
          <p:cNvSpPr txBox="1"/>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2"/>
          <p:cNvSpPr txBox="1"/>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7" name="Shape 17"/>
        <p:cNvGrpSpPr/>
        <p:nvPr/>
      </p:nvGrpSpPr>
      <p:grpSpPr>
        <a:xfrm>
          <a:off x="0" y="0"/>
          <a:ext cx="0" cy="0"/>
          <a:chOff x="0" y="0"/>
          <a:chExt cx="0" cy="0"/>
        </a:xfrm>
      </p:grpSpPr>
      <p:sp>
        <p:nvSpPr>
          <p:cNvPr id="18" name="Google Shape;18;p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9" name="Google Shape;19;p3"/>
          <p:cNvGrpSpPr/>
          <p:nvPr/>
        </p:nvGrpSpPr>
        <p:grpSpPr>
          <a:xfrm>
            <a:off x="830392" y="1191256"/>
            <a:ext cx="745763" cy="45826"/>
            <a:chOff x="4580561" y="2589004"/>
            <a:chExt cx="1064464" cy="25200"/>
          </a:xfrm>
        </p:grpSpPr>
        <p:sp>
          <p:nvSpPr>
            <p:cNvPr id="20" name="Google Shape;20;p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 name="Google Shape;21;p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2" name="Google Shape;22;p3"/>
          <p:cNvSpPr txBox="1"/>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3"/>
          <p:cNvSpPr txBox="1"/>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p:txBody>
      </p:sp>
      <p:sp>
        <p:nvSpPr>
          <p:cNvPr id="24" name="Google Shape;24;p3"/>
          <p:cNvSpPr txBox="1"/>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bg>
      <p:bgPr>
        <a:solidFill>
          <a:schemeClr val="dk1"/>
        </a:solidFill>
        <a:effectLst/>
      </p:bgPr>
    </p:bg>
    <p:spTree>
      <p:nvGrpSpPr>
        <p:cNvPr id="25" name="Shape 25"/>
        <p:cNvGrpSpPr/>
        <p:nvPr/>
      </p:nvGrpSpPr>
      <p:grpSpPr>
        <a:xfrm>
          <a:off x="0" y="0"/>
          <a:ext cx="0" cy="0"/>
          <a:chOff x="0" y="0"/>
          <a:chExt cx="0" cy="0"/>
        </a:xfrm>
      </p:grpSpPr>
      <p:grpSp>
        <p:nvGrpSpPr>
          <p:cNvPr id="26" name="Google Shape;26;p4"/>
          <p:cNvGrpSpPr/>
          <p:nvPr/>
        </p:nvGrpSpPr>
        <p:grpSpPr>
          <a:xfrm>
            <a:off x="830392" y="1191256"/>
            <a:ext cx="745763" cy="45826"/>
            <a:chOff x="4580561" y="2589004"/>
            <a:chExt cx="1064464" cy="25200"/>
          </a:xfrm>
        </p:grpSpPr>
        <p:sp>
          <p:nvSpPr>
            <p:cNvPr id="27" name="Google Shape;27;p4"/>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 name="Google Shape;28;p4"/>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9" name="Google Shape;29;p4"/>
          <p:cNvSpPr txBox="1"/>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0" name="Google Shape;30;p4"/>
          <p:cNvSpPr txBox="1"/>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36" name="Google Shape;36;p5"/>
          <p:cNvSpPr txBox="1"/>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7" name="Google Shape;37;p5"/>
          <p:cNvSpPr txBox="1"/>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p:txBody>
      </p:sp>
      <p:sp>
        <p:nvSpPr>
          <p:cNvPr id="38" name="Google Shape;38;p5"/>
          <p:cNvSpPr txBox="1"/>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p:txBody>
      </p:sp>
      <p:sp>
        <p:nvSpPr>
          <p:cNvPr id="39" name="Google Shape;39;p5"/>
          <p:cNvSpPr txBox="1"/>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45" name="Google Shape;45;p6"/>
          <p:cNvSpPr txBox="1"/>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6"/>
          <p:cNvSpPr txBox="1"/>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52" name="Google Shape;52;p7"/>
          <p:cNvSpPr txBox="1"/>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3" name="Google Shape;53;p7"/>
          <p:cNvSpPr txBox="1"/>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p:txBody>
      </p:sp>
      <p:sp>
        <p:nvSpPr>
          <p:cNvPr id="54" name="Google Shape;54;p7"/>
          <p:cNvSpPr txBox="1"/>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59" name="Google Shape;59;p8"/>
          <p:cNvSpPr txBox="1"/>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66" name="Google Shape;66;p9"/>
          <p:cNvSpPr txBox="1"/>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7" name="Google Shape;67;p9"/>
          <p:cNvSpPr txBox="1"/>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68" name="Google Shape;68;p9"/>
          <p:cNvSpPr txBox="1"/>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p:txBody>
      </p:sp>
      <p:sp>
        <p:nvSpPr>
          <p:cNvPr id="69" name="Google Shape;69;p9"/>
          <p:cNvSpPr txBox="1"/>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70" name="Shape 70"/>
        <p:cNvGrpSpPr/>
        <p:nvPr/>
      </p:nvGrpSpPr>
      <p:grpSpPr>
        <a:xfrm>
          <a:off x="0" y="0"/>
          <a:ext cx="0" cy="0"/>
          <a:chOff x="0" y="0"/>
          <a:chExt cx="0" cy="0"/>
        </a:xfrm>
      </p:grpSpPr>
      <p:sp>
        <p:nvSpPr>
          <p:cNvPr id="71" name="Google Shape;71;p10"/>
          <p:cNvSpPr txBox="1"/>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p:txBody>
      </p:sp>
      <p:sp>
        <p:nvSpPr>
          <p:cNvPr id="72" name="Google Shape;72;p10"/>
          <p:cNvSpPr txBox="1"/>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77" name="Google Shape;77;p11"/>
          <p:cNvSpPr txBox="1"/>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lt1"/>
                </a:solidFill>
                <a:latin typeface="Lato" panose="020F0302020204030203"/>
                <a:ea typeface="Lato" panose="020F0302020204030203"/>
                <a:cs typeface="Lato" panose="020F0302020204030203"/>
                <a:sym typeface="Lato" panose="020F0302020204030203"/>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80" name="Shape 80"/>
        <p:cNvGrpSpPr/>
        <p:nvPr/>
      </p:nvGrpSpPr>
      <p:grpSpPr>
        <a:xfrm>
          <a:off x="0" y="0"/>
          <a:ext cx="0" cy="0"/>
          <a:chOff x="0" y="0"/>
          <a:chExt cx="0" cy="0"/>
        </a:xfrm>
      </p:grpSpPr>
      <p:sp>
        <p:nvSpPr>
          <p:cNvPr id="81" name="Google Shape;81;p12"/>
          <p:cNvSpPr txBox="1"/>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1pPr>
            <a:lvl2pPr marL="0" marR="0" lvl="1"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2pPr>
            <a:lvl3pPr marL="0" marR="0" lvl="2"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3pPr>
            <a:lvl4pPr marL="0" marR="0" lvl="3"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4pPr>
            <a:lvl5pPr marL="0" marR="0" lvl="4"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5pPr>
            <a:lvl6pPr marL="0" marR="0" lvl="5"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6pPr>
            <a:lvl7pPr marL="0" marR="0" lvl="6"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7pPr>
            <a:lvl8pPr marL="0" marR="0" lvl="7"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8pPr>
            <a:lvl9pPr marL="0" marR="0" lvl="8" indent="0" algn="r">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88" name="Shape 88"/>
        <p:cNvGrpSpPr/>
        <p:nvPr/>
      </p:nvGrpSpPr>
      <p:grpSpPr>
        <a:xfrm>
          <a:off x="0" y="0"/>
          <a:ext cx="0" cy="0"/>
          <a:chOff x="0" y="0"/>
          <a:chExt cx="0" cy="0"/>
        </a:xfrm>
      </p:grpSpPr>
      <p:sp>
        <p:nvSpPr>
          <p:cNvPr id="89" name="Google Shape;89;p14"/>
          <p:cNvSpPr txBox="1"/>
          <p:nvPr>
            <p:ph type="title"/>
          </p:nvPr>
        </p:nvSpPr>
        <p:spPr>
          <a:xfrm>
            <a:off x="687247" y="231171"/>
            <a:ext cx="6989400" cy="7491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100"/>
              <a:buNone/>
              <a:defRPr sz="3300" b="0" i="0">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0" name="Google Shape;90;p14"/>
          <p:cNvSpPr txBox="1"/>
          <p:nvPr>
            <p:ph type="body" idx="1"/>
          </p:nvPr>
        </p:nvSpPr>
        <p:spPr>
          <a:xfrm>
            <a:off x="687704" y="1345120"/>
            <a:ext cx="7769400" cy="31578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100"/>
              <a:buNone/>
              <a:defRPr sz="2100" b="0" i="0">
                <a:solidFill>
                  <a:schemeClr val="dk1"/>
                </a:solidFill>
                <a:latin typeface="Calibri" panose="020F0502020204030204"/>
                <a:ea typeface="Calibri" panose="020F0502020204030204"/>
                <a:cs typeface="Calibri" panose="020F0502020204030204"/>
                <a:sym typeface="Calibri" panose="020F0502020204030204"/>
              </a:defRPr>
            </a:lvl1pPr>
            <a:lvl2pPr marL="914400" lvl="1" indent="-228600" algn="l">
              <a:spcBef>
                <a:spcPts val="0"/>
              </a:spcBef>
              <a:spcAft>
                <a:spcPts val="0"/>
              </a:spcAft>
              <a:buSzPts val="1100"/>
              <a:buNone/>
              <a:defRPr/>
            </a:lvl2pPr>
            <a:lvl3pPr marL="1371600" lvl="2" indent="-228600" algn="l">
              <a:spcBef>
                <a:spcPts val="0"/>
              </a:spcBef>
              <a:spcAft>
                <a:spcPts val="0"/>
              </a:spcAft>
              <a:buSzPts val="1100"/>
              <a:buNone/>
              <a:defRPr/>
            </a:lvl3pPr>
            <a:lvl4pPr marL="1828800" lvl="3" indent="-228600" algn="l">
              <a:spcBef>
                <a:spcPts val="0"/>
              </a:spcBef>
              <a:spcAft>
                <a:spcPts val="0"/>
              </a:spcAft>
              <a:buSzPts val="1100"/>
              <a:buNone/>
              <a:defRPr/>
            </a:lvl4pPr>
            <a:lvl5pPr marL="2286000" lvl="4" indent="-228600" algn="l">
              <a:spcBef>
                <a:spcPts val="0"/>
              </a:spcBef>
              <a:spcAft>
                <a:spcPts val="0"/>
              </a:spcAft>
              <a:buSzPts val="1100"/>
              <a:buNone/>
              <a:defRPr/>
            </a:lvl5pPr>
            <a:lvl6pPr marL="2743200" lvl="5" indent="-228600" algn="l">
              <a:spcBef>
                <a:spcPts val="0"/>
              </a:spcBef>
              <a:spcAft>
                <a:spcPts val="0"/>
              </a:spcAft>
              <a:buSzPts val="1100"/>
              <a:buNone/>
              <a:defRPr/>
            </a:lvl6pPr>
            <a:lvl7pPr marL="3200400" lvl="6" indent="-228600" algn="l">
              <a:spcBef>
                <a:spcPts val="0"/>
              </a:spcBef>
              <a:spcAft>
                <a:spcPts val="0"/>
              </a:spcAft>
              <a:buSzPts val="1100"/>
              <a:buNone/>
              <a:defRPr/>
            </a:lvl7pPr>
            <a:lvl8pPr marL="3657600" lvl="7" indent="-228600" algn="l">
              <a:spcBef>
                <a:spcPts val="0"/>
              </a:spcBef>
              <a:spcAft>
                <a:spcPts val="0"/>
              </a:spcAft>
              <a:buSzPts val="1100"/>
              <a:buNone/>
              <a:defRPr/>
            </a:lvl8pPr>
            <a:lvl9pPr marL="4114800" lvl="8" indent="-228600" algn="l">
              <a:spcBef>
                <a:spcPts val="0"/>
              </a:spcBef>
              <a:spcAft>
                <a:spcPts val="0"/>
              </a:spcAft>
              <a:buSzPts val="1100"/>
              <a:buNone/>
              <a:defRPr/>
            </a:lvl9pPr>
          </a:lstStyle>
          <a:p/>
        </p:txBody>
      </p:sp>
      <p:sp>
        <p:nvSpPr>
          <p:cNvPr id="91" name="Google Shape;91;p14"/>
          <p:cNvSpPr txBox="1"/>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2" name="Google Shape;92;p14"/>
          <p:cNvSpPr txBox="1"/>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3" name="Google Shape;93;p14"/>
          <p:cNvSpPr txBox="1"/>
          <p:nvPr>
            <p:ph type="sldNum" idx="12"/>
          </p:nvPr>
        </p:nvSpPr>
        <p:spPr>
          <a:xfrm>
            <a:off x="6583680" y="4783455"/>
            <a:ext cx="2103000" cy="2154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94" name="Shape 94"/>
        <p:cNvGrpSpPr/>
        <p:nvPr/>
      </p:nvGrpSpPr>
      <p:grpSpPr>
        <a:xfrm>
          <a:off x="0" y="0"/>
          <a:ext cx="0" cy="0"/>
          <a:chOff x="0" y="0"/>
          <a:chExt cx="0" cy="0"/>
        </a:xfrm>
      </p:grpSpPr>
      <p:sp>
        <p:nvSpPr>
          <p:cNvPr id="95" name="Google Shape;95;p15"/>
          <p:cNvSpPr txBox="1"/>
          <p:nvPr>
            <p:ph type="title"/>
          </p:nvPr>
        </p:nvSpPr>
        <p:spPr>
          <a:xfrm>
            <a:off x="687247" y="231171"/>
            <a:ext cx="6989400" cy="7491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100"/>
              <a:buNone/>
              <a:defRPr sz="3300" b="0" i="0">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15"/>
          <p:cNvSpPr txBox="1"/>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7" name="Google Shape;97;p15"/>
          <p:cNvSpPr txBox="1"/>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8" name="Google Shape;98;p15"/>
          <p:cNvSpPr txBox="1"/>
          <p:nvPr>
            <p:ph type="sldNum" idx="12"/>
          </p:nvPr>
        </p:nvSpPr>
        <p:spPr>
          <a:xfrm>
            <a:off x="6583680" y="4783455"/>
            <a:ext cx="2103000" cy="2154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99" name="Shape 99"/>
        <p:cNvGrpSpPr/>
        <p:nvPr/>
      </p:nvGrpSpPr>
      <p:grpSpPr>
        <a:xfrm>
          <a:off x="0" y="0"/>
          <a:ext cx="0" cy="0"/>
          <a:chOff x="0" y="0"/>
          <a:chExt cx="0" cy="0"/>
        </a:xfrm>
      </p:grpSpPr>
      <p:sp>
        <p:nvSpPr>
          <p:cNvPr id="100" name="Google Shape;100;p16"/>
          <p:cNvSpPr txBox="1"/>
          <p:nvPr>
            <p:ph type="ctrTitle"/>
          </p:nvPr>
        </p:nvSpPr>
        <p:spPr>
          <a:xfrm>
            <a:off x="685800" y="1594485"/>
            <a:ext cx="7772400" cy="10803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100"/>
              <a:buNone/>
              <a:defRPr sz="3300" b="0" i="0">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16"/>
          <p:cNvSpPr txBox="1"/>
          <p:nvPr>
            <p:ph type="subTitle" idx="1"/>
          </p:nvPr>
        </p:nvSpPr>
        <p:spPr>
          <a:xfrm>
            <a:off x="1371600" y="2880360"/>
            <a:ext cx="6400800" cy="12858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100"/>
              <a:buNone/>
              <a:defRPr sz="2100" b="0" i="0">
                <a:solidFill>
                  <a:schemeClr val="dk1"/>
                </a:solidFill>
                <a:latin typeface="Calibri" panose="020F0502020204030204"/>
                <a:ea typeface="Calibri" panose="020F0502020204030204"/>
                <a:cs typeface="Calibri" panose="020F0502020204030204"/>
                <a:sym typeface="Calibri" panose="020F0502020204030204"/>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2" name="Google Shape;102;p16"/>
          <p:cNvSpPr txBox="1"/>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3" name="Google Shape;103;p16"/>
          <p:cNvSpPr txBox="1"/>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4" name="Google Shape;104;p16"/>
          <p:cNvSpPr txBox="1"/>
          <p:nvPr>
            <p:ph type="sldNum" idx="12"/>
          </p:nvPr>
        </p:nvSpPr>
        <p:spPr>
          <a:xfrm>
            <a:off x="6583680" y="4783455"/>
            <a:ext cx="2103000" cy="2154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05" name="Shape 105"/>
        <p:cNvGrpSpPr/>
        <p:nvPr/>
      </p:nvGrpSpPr>
      <p:grpSpPr>
        <a:xfrm>
          <a:off x="0" y="0"/>
          <a:ext cx="0" cy="0"/>
          <a:chOff x="0" y="0"/>
          <a:chExt cx="0" cy="0"/>
        </a:xfrm>
      </p:grpSpPr>
      <p:sp>
        <p:nvSpPr>
          <p:cNvPr id="106" name="Google Shape;106;p17"/>
          <p:cNvSpPr txBox="1"/>
          <p:nvPr>
            <p:ph type="title"/>
          </p:nvPr>
        </p:nvSpPr>
        <p:spPr>
          <a:xfrm>
            <a:off x="687247" y="231171"/>
            <a:ext cx="6989400" cy="7491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100"/>
              <a:buNone/>
              <a:defRPr sz="3300" b="0" i="0">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7" name="Google Shape;107;p17"/>
          <p:cNvSpPr txBox="1"/>
          <p:nvPr>
            <p:ph type="body" idx="1"/>
          </p:nvPr>
        </p:nvSpPr>
        <p:spPr>
          <a:xfrm>
            <a:off x="457200" y="1183005"/>
            <a:ext cx="3977700" cy="33948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100"/>
              <a:buNone/>
              <a:defRPr/>
            </a:lvl1pPr>
            <a:lvl2pPr marL="914400" lvl="1" indent="-228600" algn="l">
              <a:spcBef>
                <a:spcPts val="0"/>
              </a:spcBef>
              <a:spcAft>
                <a:spcPts val="0"/>
              </a:spcAft>
              <a:buSzPts val="1100"/>
              <a:buNone/>
              <a:defRPr/>
            </a:lvl2pPr>
            <a:lvl3pPr marL="1371600" lvl="2" indent="-228600" algn="l">
              <a:spcBef>
                <a:spcPts val="0"/>
              </a:spcBef>
              <a:spcAft>
                <a:spcPts val="0"/>
              </a:spcAft>
              <a:buSzPts val="1100"/>
              <a:buNone/>
              <a:defRPr/>
            </a:lvl3pPr>
            <a:lvl4pPr marL="1828800" lvl="3" indent="-228600" algn="l">
              <a:spcBef>
                <a:spcPts val="0"/>
              </a:spcBef>
              <a:spcAft>
                <a:spcPts val="0"/>
              </a:spcAft>
              <a:buSzPts val="1100"/>
              <a:buNone/>
              <a:defRPr/>
            </a:lvl4pPr>
            <a:lvl5pPr marL="2286000" lvl="4" indent="-228600" algn="l">
              <a:spcBef>
                <a:spcPts val="0"/>
              </a:spcBef>
              <a:spcAft>
                <a:spcPts val="0"/>
              </a:spcAft>
              <a:buSzPts val="1100"/>
              <a:buNone/>
              <a:defRPr/>
            </a:lvl5pPr>
            <a:lvl6pPr marL="2743200" lvl="5" indent="-228600" algn="l">
              <a:spcBef>
                <a:spcPts val="0"/>
              </a:spcBef>
              <a:spcAft>
                <a:spcPts val="0"/>
              </a:spcAft>
              <a:buSzPts val="1100"/>
              <a:buNone/>
              <a:defRPr/>
            </a:lvl6pPr>
            <a:lvl7pPr marL="3200400" lvl="6" indent="-228600" algn="l">
              <a:spcBef>
                <a:spcPts val="0"/>
              </a:spcBef>
              <a:spcAft>
                <a:spcPts val="0"/>
              </a:spcAft>
              <a:buSzPts val="1100"/>
              <a:buNone/>
              <a:defRPr/>
            </a:lvl7pPr>
            <a:lvl8pPr marL="3657600" lvl="7" indent="-228600" algn="l">
              <a:spcBef>
                <a:spcPts val="0"/>
              </a:spcBef>
              <a:spcAft>
                <a:spcPts val="0"/>
              </a:spcAft>
              <a:buSzPts val="1100"/>
              <a:buNone/>
              <a:defRPr/>
            </a:lvl8pPr>
            <a:lvl9pPr marL="4114800" lvl="8" indent="-228600" algn="l">
              <a:spcBef>
                <a:spcPts val="0"/>
              </a:spcBef>
              <a:spcAft>
                <a:spcPts val="0"/>
              </a:spcAft>
              <a:buSzPts val="1100"/>
              <a:buNone/>
              <a:defRPr/>
            </a:lvl9pPr>
          </a:lstStyle>
          <a:p/>
        </p:txBody>
      </p:sp>
      <p:sp>
        <p:nvSpPr>
          <p:cNvPr id="108" name="Google Shape;108;p17"/>
          <p:cNvSpPr txBox="1"/>
          <p:nvPr>
            <p:ph type="body" idx="2"/>
          </p:nvPr>
        </p:nvSpPr>
        <p:spPr>
          <a:xfrm>
            <a:off x="4709160" y="1183005"/>
            <a:ext cx="3977700" cy="33948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100"/>
              <a:buNone/>
              <a:defRPr/>
            </a:lvl1pPr>
            <a:lvl2pPr marL="914400" lvl="1" indent="-228600" algn="l">
              <a:spcBef>
                <a:spcPts val="0"/>
              </a:spcBef>
              <a:spcAft>
                <a:spcPts val="0"/>
              </a:spcAft>
              <a:buSzPts val="1100"/>
              <a:buNone/>
              <a:defRPr/>
            </a:lvl2pPr>
            <a:lvl3pPr marL="1371600" lvl="2" indent="-228600" algn="l">
              <a:spcBef>
                <a:spcPts val="0"/>
              </a:spcBef>
              <a:spcAft>
                <a:spcPts val="0"/>
              </a:spcAft>
              <a:buSzPts val="1100"/>
              <a:buNone/>
              <a:defRPr/>
            </a:lvl3pPr>
            <a:lvl4pPr marL="1828800" lvl="3" indent="-228600" algn="l">
              <a:spcBef>
                <a:spcPts val="0"/>
              </a:spcBef>
              <a:spcAft>
                <a:spcPts val="0"/>
              </a:spcAft>
              <a:buSzPts val="1100"/>
              <a:buNone/>
              <a:defRPr/>
            </a:lvl4pPr>
            <a:lvl5pPr marL="2286000" lvl="4" indent="-228600" algn="l">
              <a:spcBef>
                <a:spcPts val="0"/>
              </a:spcBef>
              <a:spcAft>
                <a:spcPts val="0"/>
              </a:spcAft>
              <a:buSzPts val="1100"/>
              <a:buNone/>
              <a:defRPr/>
            </a:lvl5pPr>
            <a:lvl6pPr marL="2743200" lvl="5" indent="-228600" algn="l">
              <a:spcBef>
                <a:spcPts val="0"/>
              </a:spcBef>
              <a:spcAft>
                <a:spcPts val="0"/>
              </a:spcAft>
              <a:buSzPts val="1100"/>
              <a:buNone/>
              <a:defRPr/>
            </a:lvl6pPr>
            <a:lvl7pPr marL="3200400" lvl="6" indent="-228600" algn="l">
              <a:spcBef>
                <a:spcPts val="0"/>
              </a:spcBef>
              <a:spcAft>
                <a:spcPts val="0"/>
              </a:spcAft>
              <a:buSzPts val="1100"/>
              <a:buNone/>
              <a:defRPr/>
            </a:lvl7pPr>
            <a:lvl8pPr marL="3657600" lvl="7" indent="-228600" algn="l">
              <a:spcBef>
                <a:spcPts val="0"/>
              </a:spcBef>
              <a:spcAft>
                <a:spcPts val="0"/>
              </a:spcAft>
              <a:buSzPts val="1100"/>
              <a:buNone/>
              <a:defRPr/>
            </a:lvl8pPr>
            <a:lvl9pPr marL="4114800" lvl="8" indent="-228600" algn="l">
              <a:spcBef>
                <a:spcPts val="0"/>
              </a:spcBef>
              <a:spcAft>
                <a:spcPts val="0"/>
              </a:spcAft>
              <a:buSzPts val="1100"/>
              <a:buNone/>
              <a:defRPr/>
            </a:lvl9pPr>
          </a:lstStyle>
          <a:p/>
        </p:txBody>
      </p:sp>
      <p:sp>
        <p:nvSpPr>
          <p:cNvPr id="109" name="Google Shape;109;p17"/>
          <p:cNvSpPr txBox="1"/>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0" name="Google Shape;110;p17"/>
          <p:cNvSpPr txBox="1"/>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1" name="Google Shape;111;p17"/>
          <p:cNvSpPr txBox="1"/>
          <p:nvPr>
            <p:ph type="sldNum" idx="12"/>
          </p:nvPr>
        </p:nvSpPr>
        <p:spPr>
          <a:xfrm>
            <a:off x="6583680" y="4783455"/>
            <a:ext cx="2103000" cy="2154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12" name="Shape 112"/>
        <p:cNvGrpSpPr/>
        <p:nvPr/>
      </p:nvGrpSpPr>
      <p:grpSpPr>
        <a:xfrm>
          <a:off x="0" y="0"/>
          <a:ext cx="0" cy="0"/>
          <a:chOff x="0" y="0"/>
          <a:chExt cx="0" cy="0"/>
        </a:xfrm>
      </p:grpSpPr>
      <p:sp>
        <p:nvSpPr>
          <p:cNvPr id="113" name="Google Shape;113;p18"/>
          <p:cNvSpPr txBox="1"/>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4" name="Google Shape;114;p18"/>
          <p:cNvSpPr txBox="1"/>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100"/>
              <a:buNone/>
              <a:defRPr>
                <a:solidFill>
                  <a:srgbClr val="888888"/>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18"/>
          <p:cNvSpPr txBox="1"/>
          <p:nvPr>
            <p:ph type="sldNum" idx="12"/>
          </p:nvPr>
        </p:nvSpPr>
        <p:spPr>
          <a:xfrm>
            <a:off x="6583680" y="4783455"/>
            <a:ext cx="2103000" cy="2154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16" name="Shape 116"/>
        <p:cNvGrpSpPr/>
        <p:nvPr/>
      </p:nvGrpSpPr>
      <p:grpSpPr>
        <a:xfrm>
          <a:off x="0" y="0"/>
          <a:ext cx="0" cy="0"/>
          <a:chOff x="0" y="0"/>
          <a:chExt cx="0" cy="0"/>
        </a:xfrm>
      </p:grpSpPr>
      <p:sp>
        <p:nvSpPr>
          <p:cNvPr id="117" name="Google Shape;117;p19"/>
          <p:cNvSpPr txBox="1"/>
          <p:nvPr>
            <p:ph type="ctrTitle"/>
          </p:nvPr>
        </p:nvSpPr>
        <p:spPr>
          <a:xfrm>
            <a:off x="311708" y="744575"/>
            <a:ext cx="8520600" cy="2052600"/>
          </a:xfrm>
          <a:prstGeom prst="rect">
            <a:avLst/>
          </a:prstGeom>
        </p:spPr>
        <p:txBody>
          <a:bodyPr spcFirstLastPara="1" wrap="square" lIns="0" tIns="0" rIns="0" bIns="0" anchor="b" anchorCtr="0">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8" name="Google Shape;118;p19"/>
          <p:cNvSpPr txBox="1"/>
          <p:nvPr>
            <p:ph type="subTitle" idx="1"/>
          </p:nvPr>
        </p:nvSpPr>
        <p:spPr>
          <a:xfrm>
            <a:off x="311700" y="2834125"/>
            <a:ext cx="8520600" cy="792600"/>
          </a:xfrm>
          <a:prstGeom prst="rect">
            <a:avLst/>
          </a:prstGeom>
        </p:spPr>
        <p:txBody>
          <a:bodyPr spcFirstLastPara="1" wrap="square" lIns="0" tIns="0" rIns="0" bIns="0" anchor="t" anchorCtr="0">
            <a:sp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9" name="Google Shape;119;p19"/>
          <p:cNvSpPr txBox="1"/>
          <p:nvPr>
            <p:ph type="sldNum" idx="12"/>
          </p:nvPr>
        </p:nvSpPr>
        <p:spPr>
          <a:xfrm>
            <a:off x="8472458" y="4663217"/>
            <a:ext cx="548700" cy="215400"/>
          </a:xfrm>
          <a:prstGeom prst="rect">
            <a:avLst/>
          </a:prstGeom>
        </p:spPr>
        <p:txBody>
          <a:bodyPr spcFirstLastPara="1" wrap="square" lIns="0" tIns="0" rIns="0" bIns="0" anchor="t"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20" name="Shape 120"/>
        <p:cNvGrpSpPr/>
        <p:nvPr/>
      </p:nvGrpSpPr>
      <p:grpSpPr>
        <a:xfrm>
          <a:off x="0" y="0"/>
          <a:ext cx="0" cy="0"/>
          <a:chOff x="0" y="0"/>
          <a:chExt cx="0" cy="0"/>
        </a:xfrm>
      </p:grpSpPr>
      <p:sp>
        <p:nvSpPr>
          <p:cNvPr id="121" name="Google Shape;121;p20"/>
          <p:cNvSpPr txBox="1"/>
          <p:nvPr>
            <p:ph type="title"/>
          </p:nvPr>
        </p:nvSpPr>
        <p:spPr>
          <a:xfrm>
            <a:off x="311700" y="445025"/>
            <a:ext cx="8520600" cy="572700"/>
          </a:xfrm>
          <a:prstGeom prst="rect">
            <a:avLst/>
          </a:prstGeom>
        </p:spPr>
        <p:txBody>
          <a:bodyPr spcFirstLastPara="1" wrap="square" lIns="0" tIns="0" rIns="0" bIns="0" anchor="t" anchorCtr="0">
            <a:spAutoFit/>
          </a:bodyPr>
          <a:lstStyle>
            <a:lvl1pPr lvl="0">
              <a:spcBef>
                <a:spcPts val="0"/>
              </a:spcBef>
              <a:spcAft>
                <a:spcPts val="0"/>
              </a:spcAft>
              <a:buSzPts val="1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2" name="Google Shape;122;p20"/>
          <p:cNvSpPr txBox="1"/>
          <p:nvPr>
            <p:ph type="body" idx="1"/>
          </p:nvPr>
        </p:nvSpPr>
        <p:spPr>
          <a:xfrm>
            <a:off x="311700" y="1152475"/>
            <a:ext cx="8520600" cy="3416400"/>
          </a:xfrm>
          <a:prstGeom prst="rect">
            <a:avLst/>
          </a:prstGeom>
        </p:spPr>
        <p:txBody>
          <a:bodyPr spcFirstLastPara="1" wrap="square" lIns="0" tIns="0" rIns="0" bIns="0" anchor="t" anchorCtr="0">
            <a:spAutoFit/>
          </a:bodyPr>
          <a:lstStyle>
            <a:lvl1pPr marL="457200" lvl="0" indent="-228600">
              <a:spcBef>
                <a:spcPts val="0"/>
              </a:spcBef>
              <a:spcAft>
                <a:spcPts val="0"/>
              </a:spcAft>
              <a:buSzPts val="1100"/>
              <a:buNone/>
              <a:defRPr/>
            </a:lvl1pPr>
            <a:lvl2pPr marL="914400" lvl="1" indent="-228600">
              <a:spcBef>
                <a:spcPts val="0"/>
              </a:spcBef>
              <a:spcAft>
                <a:spcPts val="0"/>
              </a:spcAft>
              <a:buSzPts val="1100"/>
              <a:buNone/>
              <a:defRPr/>
            </a:lvl2pPr>
            <a:lvl3pPr marL="1371600" lvl="2" indent="-228600">
              <a:spcBef>
                <a:spcPts val="0"/>
              </a:spcBef>
              <a:spcAft>
                <a:spcPts val="0"/>
              </a:spcAft>
              <a:buSzPts val="1100"/>
              <a:buNone/>
              <a:defRPr/>
            </a:lvl3pPr>
            <a:lvl4pPr marL="1828800" lvl="3" indent="-228600">
              <a:spcBef>
                <a:spcPts val="0"/>
              </a:spcBef>
              <a:spcAft>
                <a:spcPts val="0"/>
              </a:spcAft>
              <a:buSzPts val="1100"/>
              <a:buNone/>
              <a:defRPr/>
            </a:lvl4pPr>
            <a:lvl5pPr marL="2286000" lvl="4" indent="-228600">
              <a:spcBef>
                <a:spcPts val="0"/>
              </a:spcBef>
              <a:spcAft>
                <a:spcPts val="0"/>
              </a:spcAft>
              <a:buSzPts val="1100"/>
              <a:buNone/>
              <a:defRPr/>
            </a:lvl5pPr>
            <a:lvl6pPr marL="2743200" lvl="5" indent="-228600">
              <a:spcBef>
                <a:spcPts val="0"/>
              </a:spcBef>
              <a:spcAft>
                <a:spcPts val="0"/>
              </a:spcAft>
              <a:buSzPts val="1100"/>
              <a:buNone/>
              <a:defRPr/>
            </a:lvl6pPr>
            <a:lvl7pPr marL="3200400" lvl="6" indent="-228600">
              <a:spcBef>
                <a:spcPts val="0"/>
              </a:spcBef>
              <a:spcAft>
                <a:spcPts val="0"/>
              </a:spcAft>
              <a:buSzPts val="1100"/>
              <a:buNone/>
              <a:defRPr/>
            </a:lvl7pPr>
            <a:lvl8pPr marL="3657600" lvl="7" indent="-228600">
              <a:spcBef>
                <a:spcPts val="0"/>
              </a:spcBef>
              <a:spcAft>
                <a:spcPts val="0"/>
              </a:spcAft>
              <a:buSzPts val="1100"/>
              <a:buNone/>
              <a:defRPr/>
            </a:lvl8pPr>
            <a:lvl9pPr marL="4114800" lvl="8" indent="-228600">
              <a:spcBef>
                <a:spcPts val="0"/>
              </a:spcBef>
              <a:spcAft>
                <a:spcPts val="0"/>
              </a:spcAft>
              <a:buSzPts val="1100"/>
              <a:buNone/>
              <a:defRPr/>
            </a:lvl9pPr>
          </a:lstStyle>
          <a:p/>
        </p:txBody>
      </p:sp>
      <p:sp>
        <p:nvSpPr>
          <p:cNvPr id="123" name="Google Shape;123;p20"/>
          <p:cNvSpPr txBox="1"/>
          <p:nvPr>
            <p:ph type="sldNum" idx="12"/>
          </p:nvPr>
        </p:nvSpPr>
        <p:spPr>
          <a:xfrm>
            <a:off x="8472458" y="4663217"/>
            <a:ext cx="548700" cy="215400"/>
          </a:xfrm>
          <a:prstGeom prst="rect">
            <a:avLst/>
          </a:prstGeom>
        </p:spPr>
        <p:txBody>
          <a:bodyPr spcFirstLastPara="1" wrap="square" lIns="0" tIns="0" rIns="0" bIns="0" anchor="t"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panose="020F0302020204030203"/>
              <a:buChar char="●"/>
              <a:defRPr sz="1300" b="0" i="0" u="none" strike="noStrike" cap="none">
                <a:solidFill>
                  <a:schemeClr val="accent1"/>
                </a:solidFill>
                <a:latin typeface="Lato" panose="020F0302020204030203"/>
                <a:ea typeface="Lato" panose="020F0302020204030203"/>
                <a:cs typeface="Lato" panose="020F0302020204030203"/>
                <a:sym typeface="Lato" panose="020F0302020204030203"/>
              </a:defRPr>
            </a:lvl1pPr>
            <a:lvl2pPr marL="914400" marR="0" lvl="1" indent="-298450" algn="l" rtl="0">
              <a:lnSpc>
                <a:spcPct val="115000"/>
              </a:lnSpc>
              <a:spcBef>
                <a:spcPts val="0"/>
              </a:spcBef>
              <a:spcAft>
                <a:spcPts val="0"/>
              </a:spcAft>
              <a:buClr>
                <a:schemeClr val="accent1"/>
              </a:buClr>
              <a:buSzPts val="1100"/>
              <a:buFont typeface="Lato" panose="020F0302020204030203"/>
              <a:buChar char="○"/>
              <a:defRPr sz="1100" b="0" i="0" u="none" strike="noStrike" cap="none">
                <a:solidFill>
                  <a:schemeClr val="accent1"/>
                </a:solidFill>
                <a:latin typeface="Lato" panose="020F0302020204030203"/>
                <a:ea typeface="Lato" panose="020F0302020204030203"/>
                <a:cs typeface="Lato" panose="020F0302020204030203"/>
                <a:sym typeface="Lato" panose="020F0302020204030203"/>
              </a:defRPr>
            </a:lvl2pPr>
            <a:lvl3pPr marL="1371600" marR="0" lvl="2" indent="-298450" algn="l" rtl="0">
              <a:lnSpc>
                <a:spcPct val="115000"/>
              </a:lnSpc>
              <a:spcBef>
                <a:spcPts val="0"/>
              </a:spcBef>
              <a:spcAft>
                <a:spcPts val="0"/>
              </a:spcAft>
              <a:buClr>
                <a:schemeClr val="accent1"/>
              </a:buClr>
              <a:buSzPts val="1100"/>
              <a:buFont typeface="Lato" panose="020F0302020204030203"/>
              <a:buChar char="■"/>
              <a:defRPr sz="1100" b="0" i="0" u="none" strike="noStrike" cap="none">
                <a:solidFill>
                  <a:schemeClr val="accent1"/>
                </a:solidFill>
                <a:latin typeface="Lato" panose="020F0302020204030203"/>
                <a:ea typeface="Lato" panose="020F0302020204030203"/>
                <a:cs typeface="Lato" panose="020F0302020204030203"/>
                <a:sym typeface="Lato" panose="020F0302020204030203"/>
              </a:defRPr>
            </a:lvl3pPr>
            <a:lvl4pPr marL="1828800" marR="0" lvl="3" indent="-298450" algn="l" rtl="0">
              <a:lnSpc>
                <a:spcPct val="115000"/>
              </a:lnSpc>
              <a:spcBef>
                <a:spcPts val="0"/>
              </a:spcBef>
              <a:spcAft>
                <a:spcPts val="0"/>
              </a:spcAft>
              <a:buClr>
                <a:schemeClr val="accent1"/>
              </a:buClr>
              <a:buSzPts val="1100"/>
              <a:buFont typeface="Lato" panose="020F0302020204030203"/>
              <a:buChar char="●"/>
              <a:defRPr sz="1100" b="0" i="0" u="none" strike="noStrike" cap="none">
                <a:solidFill>
                  <a:schemeClr val="accent1"/>
                </a:solidFill>
                <a:latin typeface="Lato" panose="020F0302020204030203"/>
                <a:ea typeface="Lato" panose="020F0302020204030203"/>
                <a:cs typeface="Lato" panose="020F0302020204030203"/>
                <a:sym typeface="Lato" panose="020F0302020204030203"/>
              </a:defRPr>
            </a:lvl4pPr>
            <a:lvl5pPr marL="2286000" marR="0" lvl="4" indent="-298450" algn="l" rtl="0">
              <a:lnSpc>
                <a:spcPct val="115000"/>
              </a:lnSpc>
              <a:spcBef>
                <a:spcPts val="0"/>
              </a:spcBef>
              <a:spcAft>
                <a:spcPts val="0"/>
              </a:spcAft>
              <a:buClr>
                <a:schemeClr val="accent1"/>
              </a:buClr>
              <a:buSzPts val="1100"/>
              <a:buFont typeface="Lato" panose="020F0302020204030203"/>
              <a:buChar char="○"/>
              <a:defRPr sz="1100" b="0" i="0" u="none" strike="noStrike" cap="none">
                <a:solidFill>
                  <a:schemeClr val="accent1"/>
                </a:solidFill>
                <a:latin typeface="Lato" panose="020F0302020204030203"/>
                <a:ea typeface="Lato" panose="020F0302020204030203"/>
                <a:cs typeface="Lato" panose="020F0302020204030203"/>
                <a:sym typeface="Lato" panose="020F0302020204030203"/>
              </a:defRPr>
            </a:lvl5pPr>
            <a:lvl6pPr marL="2743200" marR="0" lvl="5" indent="-298450" algn="l" rtl="0">
              <a:lnSpc>
                <a:spcPct val="115000"/>
              </a:lnSpc>
              <a:spcBef>
                <a:spcPts val="0"/>
              </a:spcBef>
              <a:spcAft>
                <a:spcPts val="0"/>
              </a:spcAft>
              <a:buClr>
                <a:schemeClr val="accent1"/>
              </a:buClr>
              <a:buSzPts val="1100"/>
              <a:buFont typeface="Lato" panose="020F0302020204030203"/>
              <a:buChar char="■"/>
              <a:defRPr sz="1100" b="0" i="0" u="none" strike="noStrike" cap="none">
                <a:solidFill>
                  <a:schemeClr val="accent1"/>
                </a:solidFill>
                <a:latin typeface="Lato" panose="020F0302020204030203"/>
                <a:ea typeface="Lato" panose="020F0302020204030203"/>
                <a:cs typeface="Lato" panose="020F0302020204030203"/>
                <a:sym typeface="Lato" panose="020F0302020204030203"/>
              </a:defRPr>
            </a:lvl6pPr>
            <a:lvl7pPr marL="3200400" marR="0" lvl="6" indent="-298450" algn="l" rtl="0">
              <a:lnSpc>
                <a:spcPct val="115000"/>
              </a:lnSpc>
              <a:spcBef>
                <a:spcPts val="0"/>
              </a:spcBef>
              <a:spcAft>
                <a:spcPts val="0"/>
              </a:spcAft>
              <a:buClr>
                <a:schemeClr val="accent1"/>
              </a:buClr>
              <a:buSzPts val="1100"/>
              <a:buFont typeface="Lato" panose="020F0302020204030203"/>
              <a:buChar char="●"/>
              <a:defRPr sz="1100" b="0" i="0" u="none" strike="noStrike" cap="none">
                <a:solidFill>
                  <a:schemeClr val="accent1"/>
                </a:solidFill>
                <a:latin typeface="Lato" panose="020F0302020204030203"/>
                <a:ea typeface="Lato" panose="020F0302020204030203"/>
                <a:cs typeface="Lato" panose="020F0302020204030203"/>
                <a:sym typeface="Lato" panose="020F0302020204030203"/>
              </a:defRPr>
            </a:lvl7pPr>
            <a:lvl8pPr marL="3657600" marR="0" lvl="7" indent="-298450" algn="l" rtl="0">
              <a:lnSpc>
                <a:spcPct val="115000"/>
              </a:lnSpc>
              <a:spcBef>
                <a:spcPts val="0"/>
              </a:spcBef>
              <a:spcAft>
                <a:spcPts val="0"/>
              </a:spcAft>
              <a:buClr>
                <a:schemeClr val="accent1"/>
              </a:buClr>
              <a:buSzPts val="1100"/>
              <a:buFont typeface="Lato" panose="020F0302020204030203"/>
              <a:buChar char="○"/>
              <a:defRPr sz="1100" b="0" i="0" u="none" strike="noStrike" cap="none">
                <a:solidFill>
                  <a:schemeClr val="accent1"/>
                </a:solidFill>
                <a:latin typeface="Lato" panose="020F0302020204030203"/>
                <a:ea typeface="Lato" panose="020F0302020204030203"/>
                <a:cs typeface="Lato" panose="020F0302020204030203"/>
                <a:sym typeface="Lato" panose="020F0302020204030203"/>
              </a:defRPr>
            </a:lvl8pPr>
            <a:lvl9pPr marL="4114800" marR="0" lvl="8" indent="-298450" algn="l" rtl="0">
              <a:lnSpc>
                <a:spcPct val="115000"/>
              </a:lnSpc>
              <a:spcBef>
                <a:spcPts val="0"/>
              </a:spcBef>
              <a:spcAft>
                <a:spcPts val="0"/>
              </a:spcAft>
              <a:buClr>
                <a:schemeClr val="accent1"/>
              </a:buClr>
              <a:buSzPts val="1100"/>
              <a:buFont typeface="Lato" panose="020F0302020204030203"/>
              <a:buChar char="■"/>
              <a:defRPr sz="1100" b="0" i="0" u="none" strike="noStrike" cap="none">
                <a:solidFill>
                  <a:schemeClr val="accent1"/>
                </a:solidFill>
                <a:latin typeface="Lato" panose="020F0302020204030203"/>
                <a:ea typeface="Lato" panose="020F0302020204030203"/>
                <a:cs typeface="Lato" panose="020F0302020204030203"/>
                <a:sym typeface="Lato" panose="020F0302020204030203"/>
              </a:defRPr>
            </a:lvl9pPr>
          </a:lstStyle>
          <a:p/>
        </p:txBody>
      </p:sp>
      <p:sp>
        <p:nvSpPr>
          <p:cNvPr id="8" name="Google Shape;8;p1"/>
          <p:cNvSpPr txBox="1"/>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1pPr>
            <a:lvl2pPr marL="0" marR="0" lvl="1"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2pPr>
            <a:lvl3pPr marL="0" marR="0" lvl="2"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3pPr>
            <a:lvl4pPr marL="0" marR="0" lvl="3"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4pPr>
            <a:lvl5pPr marL="0" marR="0" lvl="4"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5pPr>
            <a:lvl6pPr marL="0" marR="0" lvl="5"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6pPr>
            <a:lvl7pPr marL="0" marR="0" lvl="6"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7pPr>
            <a:lvl8pPr marL="0" marR="0" lvl="7"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8pPr>
            <a:lvl9pPr marL="0" marR="0" lvl="8" indent="0" algn="r" rtl="0">
              <a:lnSpc>
                <a:spcPct val="100000"/>
              </a:lnSpc>
              <a:spcBef>
                <a:spcPts val="0"/>
              </a:spcBef>
              <a:spcAft>
                <a:spcPts val="0"/>
              </a:spcAft>
              <a:buClr>
                <a:srgbClr val="000000"/>
              </a:buClr>
              <a:buSzPts val="1000"/>
              <a:buFont typeface="Arial" panose="020B0604020202020204"/>
              <a:buNone/>
              <a:defRPr sz="1000" b="0" i="0" u="none" strike="noStrike" cap="none">
                <a:solidFill>
                  <a:schemeClr val="accent1"/>
                </a:solidFill>
                <a:latin typeface="Lato" panose="020F0302020204030203"/>
                <a:ea typeface="Lato" panose="020F0302020204030203"/>
                <a:cs typeface="Lato" panose="020F0302020204030203"/>
                <a:sym typeface="Lato" panose="020F0302020204030203"/>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687247" y="231171"/>
            <a:ext cx="6989400" cy="749100"/>
          </a:xfrm>
          <a:prstGeom prst="rect">
            <a:avLst/>
          </a:prstGeom>
          <a:noFill/>
          <a:ln>
            <a:noFill/>
          </a:ln>
        </p:spPr>
        <p:txBody>
          <a:bodyPr spcFirstLastPara="1" wrap="square" lIns="0" tIns="0" rIns="0" bIns="0" anchor="t" anchorCtr="0">
            <a:spAutoFit/>
          </a:bodyPr>
          <a:lstStyle>
            <a:lvl1pPr marR="0" lvl="0" algn="l">
              <a:spcBef>
                <a:spcPts val="0"/>
              </a:spcBef>
              <a:spcAft>
                <a:spcPts val="0"/>
              </a:spcAft>
              <a:buSzPts val="1100"/>
              <a:buNone/>
              <a:defRPr sz="33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84" name="Google Shape;84;p13"/>
          <p:cNvSpPr txBox="1"/>
          <p:nvPr>
            <p:ph type="body" idx="1"/>
          </p:nvPr>
        </p:nvSpPr>
        <p:spPr>
          <a:xfrm>
            <a:off x="687704" y="1345120"/>
            <a:ext cx="7769400" cy="3157800"/>
          </a:xfrm>
          <a:prstGeom prst="rect">
            <a:avLst/>
          </a:prstGeom>
          <a:noFill/>
          <a:ln>
            <a:noFill/>
          </a:ln>
        </p:spPr>
        <p:txBody>
          <a:bodyPr spcFirstLastPara="1" wrap="square" lIns="0" tIns="0" rIns="0" bIns="0" anchor="t" anchorCtr="0">
            <a:spAutoFit/>
          </a:bodyPr>
          <a:lstStyle>
            <a:lvl1pPr marL="457200" marR="0" lvl="0" indent="-228600" algn="l">
              <a:spcBef>
                <a:spcPts val="0"/>
              </a:spcBef>
              <a:spcAft>
                <a:spcPts val="0"/>
              </a:spcAft>
              <a:buSzPts val="1100"/>
              <a:buNone/>
              <a:defRPr sz="21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a:spcBef>
                <a:spcPts val="0"/>
              </a:spcBef>
              <a:spcAft>
                <a:spcPts val="0"/>
              </a:spcAft>
              <a:buSzPts val="1100"/>
              <a:buNone/>
              <a:defRPr sz="1400" b="0" i="0" u="none" strike="noStrike" cap="none">
                <a:latin typeface="Calibri" panose="020F0502020204030204"/>
                <a:ea typeface="Calibri" panose="020F0502020204030204"/>
                <a:cs typeface="Calibri" panose="020F0502020204030204"/>
                <a:sym typeface="Calibri" panose="020F0502020204030204"/>
              </a:defRPr>
            </a:lvl2pPr>
            <a:lvl3pPr marL="1371600" marR="0" lvl="2" indent="-228600" algn="l">
              <a:spcBef>
                <a:spcPts val="0"/>
              </a:spcBef>
              <a:spcAft>
                <a:spcPts val="0"/>
              </a:spcAft>
              <a:buSzPts val="1100"/>
              <a:buNone/>
              <a:defRPr sz="1400" b="0" i="0" u="none" strike="noStrike" cap="none">
                <a:latin typeface="Calibri" panose="020F0502020204030204"/>
                <a:ea typeface="Calibri" panose="020F0502020204030204"/>
                <a:cs typeface="Calibri" panose="020F0502020204030204"/>
                <a:sym typeface="Calibri" panose="020F0502020204030204"/>
              </a:defRPr>
            </a:lvl3pPr>
            <a:lvl4pPr marL="1828800" marR="0" lvl="3" indent="-228600" algn="l">
              <a:spcBef>
                <a:spcPts val="0"/>
              </a:spcBef>
              <a:spcAft>
                <a:spcPts val="0"/>
              </a:spcAft>
              <a:buSzPts val="1100"/>
              <a:buNone/>
              <a:defRPr sz="1400" b="0" i="0" u="none" strike="noStrike" cap="none">
                <a:latin typeface="Calibri" panose="020F0502020204030204"/>
                <a:ea typeface="Calibri" panose="020F0502020204030204"/>
                <a:cs typeface="Calibri" panose="020F0502020204030204"/>
                <a:sym typeface="Calibri" panose="020F0502020204030204"/>
              </a:defRPr>
            </a:lvl4pPr>
            <a:lvl5pPr marL="2286000" marR="0" lvl="4" indent="-228600" algn="l">
              <a:spcBef>
                <a:spcPts val="0"/>
              </a:spcBef>
              <a:spcAft>
                <a:spcPts val="0"/>
              </a:spcAft>
              <a:buSzPts val="1100"/>
              <a:buNone/>
              <a:defRPr sz="1400" b="0" i="0" u="none" strike="noStrike" cap="none">
                <a:latin typeface="Calibri" panose="020F0502020204030204"/>
                <a:ea typeface="Calibri" panose="020F0502020204030204"/>
                <a:cs typeface="Calibri" panose="020F0502020204030204"/>
                <a:sym typeface="Calibri" panose="020F0502020204030204"/>
              </a:defRPr>
            </a:lvl5pPr>
            <a:lvl6pPr marL="2743200" marR="0" lvl="5" indent="-228600" algn="l">
              <a:spcBef>
                <a:spcPts val="0"/>
              </a:spcBef>
              <a:spcAft>
                <a:spcPts val="0"/>
              </a:spcAft>
              <a:buSzPts val="1100"/>
              <a:buNone/>
              <a:defRPr sz="1400" b="0" i="0" u="none" strike="noStrike" cap="none">
                <a:latin typeface="Calibri" panose="020F0502020204030204"/>
                <a:ea typeface="Calibri" panose="020F0502020204030204"/>
                <a:cs typeface="Calibri" panose="020F0502020204030204"/>
                <a:sym typeface="Calibri" panose="020F0502020204030204"/>
              </a:defRPr>
            </a:lvl6pPr>
            <a:lvl7pPr marL="3200400" marR="0" lvl="6" indent="-228600" algn="l">
              <a:spcBef>
                <a:spcPts val="0"/>
              </a:spcBef>
              <a:spcAft>
                <a:spcPts val="0"/>
              </a:spcAft>
              <a:buSzPts val="1100"/>
              <a:buNone/>
              <a:defRPr sz="1400" b="0" i="0" u="none" strike="noStrike" cap="none">
                <a:latin typeface="Calibri" panose="020F0502020204030204"/>
                <a:ea typeface="Calibri" panose="020F0502020204030204"/>
                <a:cs typeface="Calibri" panose="020F0502020204030204"/>
                <a:sym typeface="Calibri" panose="020F0502020204030204"/>
              </a:defRPr>
            </a:lvl7pPr>
            <a:lvl8pPr marL="3657600" marR="0" lvl="7" indent="-228600" algn="l">
              <a:spcBef>
                <a:spcPts val="0"/>
              </a:spcBef>
              <a:spcAft>
                <a:spcPts val="0"/>
              </a:spcAft>
              <a:buSzPts val="1100"/>
              <a:buNone/>
              <a:defRPr sz="1400" b="0" i="0" u="none" strike="noStrike" cap="none">
                <a:latin typeface="Calibri" panose="020F0502020204030204"/>
                <a:ea typeface="Calibri" panose="020F0502020204030204"/>
                <a:cs typeface="Calibri" panose="020F0502020204030204"/>
                <a:sym typeface="Calibri" panose="020F0502020204030204"/>
              </a:defRPr>
            </a:lvl8pPr>
            <a:lvl9pPr marL="4114800" marR="0" lvl="8" indent="-228600" algn="l">
              <a:spcBef>
                <a:spcPts val="0"/>
              </a:spcBef>
              <a:spcAft>
                <a:spcPts val="0"/>
              </a:spcAft>
              <a:buSzPts val="1100"/>
              <a:buNone/>
              <a:defRPr sz="1400" b="0" i="0" u="none" strike="noStrike" cap="none">
                <a:latin typeface="Calibri" panose="020F0502020204030204"/>
                <a:ea typeface="Calibri" panose="020F0502020204030204"/>
                <a:cs typeface="Calibri" panose="020F0502020204030204"/>
                <a:sym typeface="Calibri" panose="020F0502020204030204"/>
              </a:defRPr>
            </a:lvl9pPr>
          </a:lstStyle>
          <a:p/>
        </p:txBody>
      </p:sp>
      <p:sp>
        <p:nvSpPr>
          <p:cNvPr id="85" name="Google Shape;85;p13"/>
          <p:cNvSpPr txBox="1"/>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100"/>
              <a:buNone/>
              <a:defRPr sz="1400">
                <a:solidFill>
                  <a:srgbClr val="888888"/>
                </a:solidFil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86" name="Google Shape;86;p13"/>
          <p:cNvSpPr txBox="1"/>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100"/>
              <a:buNone/>
              <a:defRPr sz="1400">
                <a:solidFill>
                  <a:srgbClr val="888888"/>
                </a:solidFil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87" name="Google Shape;87;p13"/>
          <p:cNvSpPr txBox="1"/>
          <p:nvPr>
            <p:ph type="sldNum" idx="12"/>
          </p:nvPr>
        </p:nvSpPr>
        <p:spPr>
          <a:xfrm>
            <a:off x="6583680" y="4783455"/>
            <a:ext cx="2103000" cy="215400"/>
          </a:xfrm>
          <a:prstGeom prst="rect">
            <a:avLst/>
          </a:prstGeom>
          <a:noFill/>
          <a:ln>
            <a:noFill/>
          </a:ln>
        </p:spPr>
        <p:txBody>
          <a:bodyPr spcFirstLastPara="1" wrap="square" lIns="0" tIns="0" rIns="0" bIns="0" anchor="t" anchorCtr="0">
            <a:spAutoFit/>
          </a:bodyPr>
          <a:lstStyle>
            <a:lvl1pPr lvl="0" indent="0" algn="r">
              <a:spcBef>
                <a:spcPts val="0"/>
              </a:spcBef>
              <a:buNone/>
              <a:defRPr sz="1400">
                <a:solidFill>
                  <a:srgbClr val="888888"/>
                </a:solidFill>
              </a:defRPr>
            </a:lvl1pPr>
            <a:lvl2pPr lvl="1" indent="0" algn="r">
              <a:spcBef>
                <a:spcPts val="0"/>
              </a:spcBef>
              <a:buNone/>
              <a:defRPr sz="1400">
                <a:solidFill>
                  <a:srgbClr val="888888"/>
                </a:solidFill>
              </a:defRPr>
            </a:lvl2pPr>
            <a:lvl3pPr lvl="2" indent="0" algn="r">
              <a:spcBef>
                <a:spcPts val="0"/>
              </a:spcBef>
              <a:buNone/>
              <a:defRPr sz="1400">
                <a:solidFill>
                  <a:srgbClr val="888888"/>
                </a:solidFill>
              </a:defRPr>
            </a:lvl3pPr>
            <a:lvl4pPr lvl="3" indent="0" algn="r">
              <a:spcBef>
                <a:spcPts val="0"/>
              </a:spcBef>
              <a:buNone/>
              <a:defRPr sz="1400">
                <a:solidFill>
                  <a:srgbClr val="888888"/>
                </a:solidFill>
              </a:defRPr>
            </a:lvl4pPr>
            <a:lvl5pPr lvl="4" indent="0" algn="r">
              <a:spcBef>
                <a:spcPts val="0"/>
              </a:spcBef>
              <a:buNone/>
              <a:defRPr sz="1400">
                <a:solidFill>
                  <a:srgbClr val="888888"/>
                </a:solidFill>
              </a:defRPr>
            </a:lvl5pPr>
            <a:lvl6pPr lvl="5" indent="0" algn="r">
              <a:spcBef>
                <a:spcPts val="0"/>
              </a:spcBef>
              <a:buNone/>
              <a:defRPr sz="1400">
                <a:solidFill>
                  <a:srgbClr val="888888"/>
                </a:solidFill>
              </a:defRPr>
            </a:lvl6pPr>
            <a:lvl7pPr lvl="6" indent="0" algn="r">
              <a:spcBef>
                <a:spcPts val="0"/>
              </a:spcBef>
              <a:buNone/>
              <a:defRPr sz="1400">
                <a:solidFill>
                  <a:srgbClr val="888888"/>
                </a:solidFill>
              </a:defRPr>
            </a:lvl7pPr>
            <a:lvl8pPr lvl="7" indent="0" algn="r">
              <a:spcBef>
                <a:spcPts val="0"/>
              </a:spcBef>
              <a:buNone/>
              <a:defRPr sz="1400">
                <a:solidFill>
                  <a:srgbClr val="888888"/>
                </a:solidFill>
              </a:defRPr>
            </a:lvl8pPr>
            <a:lvl9pPr lvl="8" indent="0" algn="r">
              <a:spcBef>
                <a:spcPts val="0"/>
              </a:spcBef>
              <a:buNone/>
              <a:defRPr sz="1400">
                <a:solidFill>
                  <a:srgbClr val="888888"/>
                </a:solidFill>
              </a:defRPr>
            </a:lvl9pPr>
          </a:lstStyle>
          <a:p>
            <a:pPr marL="0" lvl="0" indent="0" algn="r" rtl="0">
              <a:spcBef>
                <a:spcPts val="0"/>
              </a:spcBef>
              <a:spcAft>
                <a:spcPts val="0"/>
              </a:spcAft>
              <a:buNone/>
            </a:pPr>
            <a:fld id="{00000000-1234-1234-1234-123412341234}" type="slidenum">
              <a:rPr lang="en-GB"/>
            </a:fld>
            <a:endParaRPr sz="1100">
              <a:solidFill>
                <a:srgbClr val="000000"/>
              </a:solidFill>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hyperlink" Target="http://github.com" TargetMode="Externa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hyperlink" Target="https://git-scm.com/book/en/v2/Getting-Started-Installing-Git"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hyperlink" Target="https://github.com/Gothamv/MuskCult" TargetMode="Externa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2.xml"/><Relationship Id="rId2" Type="http://schemas.openxmlformats.org/officeDocument/2006/relationships/hyperlink" Target="https://learngitbranching.js.org/" TargetMode="External"/><Relationship Id="rId1" Type="http://schemas.openxmlformats.org/officeDocument/2006/relationships/hyperlink" Target="https://jahid1030.medium.com/basic-git-commands-every-developer-should-know-git-github-1e07d081af29" TargetMode="Externa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35" name="Shape 135"/>
        <p:cNvGrpSpPr/>
        <p:nvPr/>
      </p:nvGrpSpPr>
      <p:grpSpPr>
        <a:xfrm>
          <a:off x="0" y="0"/>
          <a:ext cx="0" cy="0"/>
          <a:chOff x="0" y="0"/>
          <a:chExt cx="0" cy="0"/>
        </a:xfrm>
      </p:grpSpPr>
      <p:sp>
        <p:nvSpPr>
          <p:cNvPr id="136" name="Google Shape;136;p22"/>
          <p:cNvSpPr txBox="1"/>
          <p:nvPr>
            <p:ph type="title"/>
          </p:nvPr>
        </p:nvSpPr>
        <p:spPr>
          <a:xfrm>
            <a:off x="311738" y="2317725"/>
            <a:ext cx="8520600" cy="507900"/>
          </a:xfrm>
          <a:prstGeom prst="rect">
            <a:avLst/>
          </a:prstGeom>
        </p:spPr>
        <p:txBody>
          <a:bodyPr spcFirstLastPara="1" wrap="square" lIns="0" tIns="0" rIns="0" bIns="0" anchor="t" anchorCtr="0">
            <a:spAutoFit/>
          </a:bodyPr>
          <a:lstStyle/>
          <a:p>
            <a:pPr marL="0" lvl="0" indent="0" algn="ctr" rtl="0">
              <a:spcBef>
                <a:spcPts val="0"/>
              </a:spcBef>
              <a:spcAft>
                <a:spcPts val="0"/>
              </a:spcAft>
              <a:buNone/>
            </a:pPr>
            <a:r>
              <a:rPr lang="en-GB">
                <a:solidFill>
                  <a:schemeClr val="lt1"/>
                </a:solidFill>
              </a:rPr>
              <a:t>Lab</a:t>
            </a:r>
            <a:r>
              <a:rPr lang="en-GB">
                <a:solidFill>
                  <a:schemeClr val="lt1"/>
                </a:solidFill>
              </a:rPr>
              <a:t>: Git &amp; Github</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40" name="Shape 140"/>
        <p:cNvGrpSpPr/>
        <p:nvPr/>
      </p:nvGrpSpPr>
      <p:grpSpPr>
        <a:xfrm>
          <a:off x="0" y="0"/>
          <a:ext cx="0" cy="0"/>
          <a:chOff x="0" y="0"/>
          <a:chExt cx="0" cy="0"/>
        </a:xfrm>
      </p:grpSpPr>
      <p:sp>
        <p:nvSpPr>
          <p:cNvPr id="141" name="Google Shape;141;p23"/>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 and GitHub</a:t>
            </a:r>
            <a:endParaRPr sz="2440"/>
          </a:p>
        </p:txBody>
      </p:sp>
      <p:sp>
        <p:nvSpPr>
          <p:cNvPr id="142" name="Google Shape;142;p23"/>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lnSpcReduction="10000"/>
          </a:bodyPr>
          <a:lstStyle/>
          <a:p>
            <a:pPr marL="0" lvl="0" indent="0" algn="just" rtl="0">
              <a:lnSpc>
                <a:spcPct val="115000"/>
              </a:lnSpc>
              <a:spcBef>
                <a:spcPts val="0"/>
              </a:spcBef>
              <a:spcAft>
                <a:spcPts val="0"/>
              </a:spcAft>
              <a:buSzPts val="1300"/>
              <a:buNone/>
            </a:pPr>
            <a:r>
              <a:rPr lang="en-GB" sz="1800" b="1">
                <a:solidFill>
                  <a:schemeClr val="dk2"/>
                </a:solidFill>
              </a:rPr>
              <a:t>What is Version Control?</a:t>
            </a:r>
            <a:endParaRPr sz="1800" b="1">
              <a:solidFill>
                <a:schemeClr val="dk2"/>
              </a:solidFill>
            </a:endParaRPr>
          </a:p>
          <a:p>
            <a:pPr marL="457200" lvl="0" indent="-342900" algn="just" rtl="0">
              <a:lnSpc>
                <a:spcPct val="115000"/>
              </a:lnSpc>
              <a:spcBef>
                <a:spcPts val="1200"/>
              </a:spcBef>
              <a:spcAft>
                <a:spcPts val="0"/>
              </a:spcAft>
              <a:buClr>
                <a:schemeClr val="dk2"/>
              </a:buClr>
              <a:buSzPts val="1800"/>
              <a:buChar char="●"/>
            </a:pPr>
            <a:r>
              <a:rPr lang="en-GB" sz="1800">
                <a:solidFill>
                  <a:schemeClr val="dk2"/>
                </a:solidFill>
              </a:rPr>
              <a:t>Version control is a system that records changes to a file or set of files over time so that you can recall specific versions later. </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So ideally, we can place any file in the computer on version control.</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The reason:</a:t>
            </a:r>
            <a:endParaRPr sz="1800">
              <a:solidFill>
                <a:schemeClr val="dk2"/>
              </a:solidFill>
            </a:endParaRPr>
          </a:p>
          <a:p>
            <a:pPr marL="0" lvl="0" indent="0" algn="just" rtl="0">
              <a:lnSpc>
                <a:spcPct val="115000"/>
              </a:lnSpc>
              <a:spcBef>
                <a:spcPts val="1000"/>
              </a:spcBef>
              <a:spcAft>
                <a:spcPts val="1000"/>
              </a:spcAft>
              <a:buSzPts val="1300"/>
              <a:buNone/>
            </a:pPr>
            <a:r>
              <a:rPr lang="en-GB" sz="1800">
                <a:solidFill>
                  <a:schemeClr val="dk2"/>
                </a:solidFill>
              </a:rPr>
              <a:t>A Version Control System (VCS) allows you to revert files back to a previous state, revert the entire project back to a previous state, review changes made over time, see who last modified something that might be causing a problem, who introduced an issue and when, and more. </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46" name="Shape 146"/>
        <p:cNvGrpSpPr/>
        <p:nvPr/>
      </p:nvGrpSpPr>
      <p:grpSpPr>
        <a:xfrm>
          <a:off x="0" y="0"/>
          <a:ext cx="0" cy="0"/>
          <a:chOff x="0" y="0"/>
          <a:chExt cx="0" cy="0"/>
        </a:xfrm>
      </p:grpSpPr>
      <p:sp>
        <p:nvSpPr>
          <p:cNvPr id="147" name="Google Shape;147;p24"/>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 and GitHub</a:t>
            </a:r>
            <a:endParaRPr sz="2440"/>
          </a:p>
        </p:txBody>
      </p:sp>
      <p:sp>
        <p:nvSpPr>
          <p:cNvPr id="148" name="Google Shape;148;p24"/>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0"/>
              </a:spcBef>
              <a:spcAft>
                <a:spcPts val="0"/>
              </a:spcAft>
              <a:buSzPts val="1300"/>
              <a:buNone/>
            </a:pPr>
            <a:r>
              <a:rPr lang="en-GB" sz="1800">
                <a:solidFill>
                  <a:schemeClr val="dk2"/>
                </a:solidFill>
              </a:rPr>
              <a:t>Using a VCS also means that if something goes wrong, like you lose files, for example, you can generally recover easily. </a:t>
            </a:r>
            <a:endParaRPr sz="1800">
              <a:solidFill>
                <a:schemeClr val="dk2"/>
              </a:solidFill>
            </a:endParaRPr>
          </a:p>
          <a:p>
            <a:pPr marL="0" lvl="0" indent="0" algn="just" rtl="0">
              <a:lnSpc>
                <a:spcPct val="115000"/>
              </a:lnSpc>
              <a:spcBef>
                <a:spcPts val="1000"/>
              </a:spcBef>
              <a:spcAft>
                <a:spcPts val="0"/>
              </a:spcAft>
              <a:buSzPts val="1300"/>
              <a:buNone/>
            </a:pPr>
            <a:r>
              <a:rPr lang="en-GB" sz="1800" b="1">
                <a:solidFill>
                  <a:schemeClr val="dk2"/>
                </a:solidFill>
              </a:rPr>
              <a:t>What is Git?</a:t>
            </a:r>
            <a:endParaRPr sz="1800" b="1">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Git is a version-control system for tracking changes in computer files and coordinating work on those files among multiple people. </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Git is a Distributed Version Control System. Which means Git does not necessarily rely on a central server to store all the versions of a project’s files. </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52" name="Shape 152"/>
        <p:cNvGrpSpPr/>
        <p:nvPr/>
      </p:nvGrpSpPr>
      <p:grpSpPr>
        <a:xfrm>
          <a:off x="0" y="0"/>
          <a:ext cx="0" cy="0"/>
          <a:chOff x="0" y="0"/>
          <a:chExt cx="0" cy="0"/>
        </a:xfrm>
      </p:grpSpPr>
      <p:sp>
        <p:nvSpPr>
          <p:cNvPr id="153" name="Google Shape;153;p25"/>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 and GitHub</a:t>
            </a:r>
            <a:endParaRPr sz="2440"/>
          </a:p>
        </p:txBody>
      </p:sp>
      <p:sp>
        <p:nvSpPr>
          <p:cNvPr id="154" name="Google Shape;154;p25"/>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0"/>
              </a:spcBef>
              <a:spcAft>
                <a:spcPts val="0"/>
              </a:spcAft>
              <a:buClr>
                <a:schemeClr val="dk2"/>
              </a:buClr>
              <a:buSzPts val="1800"/>
              <a:buChar char="●"/>
            </a:pPr>
            <a:r>
              <a:rPr lang="en-GB" sz="1800">
                <a:solidFill>
                  <a:schemeClr val="dk2"/>
                </a:solidFill>
              </a:rPr>
              <a:t>Instead, every user “clones” a copy of a repository (a collection of files) and has the full history of the project on their own hard drive. </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This clone has all of the metadata of the original while the original itself is stored on a self-hosted server or a third-party hosting service like GitHub.</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Git helps you keep track of the changes you make to your code. It is basically the history tab for your code editor</a:t>
            </a:r>
            <a:endParaRPr sz="1800">
              <a:solidFill>
                <a:schemeClr val="dk2"/>
              </a:solidFill>
            </a:endParaRPr>
          </a:p>
          <a:p>
            <a:pPr marL="457200" lvl="0" indent="-342900" algn="just" rtl="0">
              <a:lnSpc>
                <a:spcPct val="115000"/>
              </a:lnSpc>
              <a:spcBef>
                <a:spcPts val="1000"/>
              </a:spcBef>
              <a:spcAft>
                <a:spcPts val="1000"/>
              </a:spcAft>
              <a:buClr>
                <a:schemeClr val="dk2"/>
              </a:buClr>
              <a:buSzPts val="1800"/>
              <a:buChar char="●"/>
            </a:pPr>
            <a:r>
              <a:rPr lang="en-GB" sz="1800">
                <a:solidFill>
                  <a:schemeClr val="dk2"/>
                </a:solidFill>
              </a:rPr>
              <a:t>If at any point while coding you hit a fatal error and don’t know what’s causing it you can always revert back to the stable state. </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58" name="Shape 158"/>
        <p:cNvGrpSpPr/>
        <p:nvPr/>
      </p:nvGrpSpPr>
      <p:grpSpPr>
        <a:xfrm>
          <a:off x="0" y="0"/>
          <a:ext cx="0" cy="0"/>
          <a:chOff x="0" y="0"/>
          <a:chExt cx="0" cy="0"/>
        </a:xfrm>
      </p:grpSpPr>
      <p:sp>
        <p:nvSpPr>
          <p:cNvPr id="159" name="Google Shape;159;p26"/>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 and GitHub</a:t>
            </a:r>
            <a:endParaRPr sz="2440"/>
          </a:p>
        </p:txBody>
      </p:sp>
      <p:sp>
        <p:nvSpPr>
          <p:cNvPr id="160" name="Google Shape;160;p26"/>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1000"/>
              </a:spcBef>
              <a:spcAft>
                <a:spcPts val="1000"/>
              </a:spcAft>
              <a:buClr>
                <a:schemeClr val="dk2"/>
              </a:buClr>
              <a:buSzPts val="1800"/>
              <a:buChar char="●"/>
            </a:pPr>
            <a:r>
              <a:rPr lang="en-GB" sz="1800">
                <a:solidFill>
                  <a:schemeClr val="dk2"/>
                </a:solidFill>
              </a:rPr>
              <a:t>So it is very helpful for debugging. Or you can simply see what changes you made to your code over time.</a:t>
            </a:r>
            <a:endParaRPr sz="1800">
              <a:solidFill>
                <a:schemeClr val="dk2"/>
              </a:solidFill>
            </a:endParaRPr>
          </a:p>
        </p:txBody>
      </p:sp>
      <p:pic>
        <p:nvPicPr>
          <p:cNvPr id="161" name="Google Shape;161;p26"/>
          <p:cNvPicPr preferRelativeResize="0"/>
          <p:nvPr/>
        </p:nvPicPr>
        <p:blipFill rotWithShape="1">
          <a:blip r:embed="rId1"/>
          <a:srcRect/>
          <a:stretch>
            <a:fillRect/>
          </a:stretch>
        </p:blipFill>
        <p:spPr>
          <a:xfrm>
            <a:off x="1425475" y="2042300"/>
            <a:ext cx="6534150" cy="3048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65" name="Shape 165"/>
        <p:cNvGrpSpPr/>
        <p:nvPr/>
      </p:nvGrpSpPr>
      <p:grpSpPr>
        <a:xfrm>
          <a:off x="0" y="0"/>
          <a:ext cx="0" cy="0"/>
          <a:chOff x="0" y="0"/>
          <a:chExt cx="0" cy="0"/>
        </a:xfrm>
      </p:grpSpPr>
      <p:sp>
        <p:nvSpPr>
          <p:cNvPr id="166" name="Google Shape;166;p27"/>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 and GitHub</a:t>
            </a:r>
            <a:endParaRPr sz="2440"/>
          </a:p>
        </p:txBody>
      </p:sp>
      <p:sp>
        <p:nvSpPr>
          <p:cNvPr id="167" name="Google Shape;167;p27"/>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In the example in the previous slide, all three cards represent different versions of the same file. </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We can select which version of the file we want to use at any point in time. So I can jump to and fro to any version of the file in the git time continuum.</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Git also helps you s</a:t>
            </a:r>
            <a:r>
              <a:rPr lang="en-GB" sz="1800" b="1">
                <a:solidFill>
                  <a:schemeClr val="dk2"/>
                </a:solidFill>
              </a:rPr>
              <a:t>ynchronise code between multiple people</a:t>
            </a:r>
            <a:r>
              <a:rPr lang="en-GB" sz="1800">
                <a:solidFill>
                  <a:schemeClr val="dk2"/>
                </a:solidFill>
              </a:rPr>
              <a:t>. </a:t>
            </a:r>
            <a:endParaRPr sz="1800">
              <a:solidFill>
                <a:schemeClr val="dk2"/>
              </a:solidFill>
            </a:endParaRPr>
          </a:p>
          <a:p>
            <a:pPr marL="457200" lvl="0" indent="-342900" algn="just" rtl="0">
              <a:lnSpc>
                <a:spcPct val="115000"/>
              </a:lnSpc>
              <a:spcBef>
                <a:spcPts val="1000"/>
              </a:spcBef>
              <a:spcAft>
                <a:spcPts val="1000"/>
              </a:spcAft>
              <a:buClr>
                <a:schemeClr val="dk2"/>
              </a:buClr>
              <a:buSzPts val="1800"/>
              <a:buChar char="●"/>
            </a:pPr>
            <a:r>
              <a:rPr lang="en-GB" sz="1800">
                <a:solidFill>
                  <a:schemeClr val="dk2"/>
                </a:solidFill>
              </a:rPr>
              <a:t>So imagine you and your friend are collaborating on a project. You both are working on the same project files</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71" name="Shape 171"/>
        <p:cNvGrpSpPr/>
        <p:nvPr/>
      </p:nvGrpSpPr>
      <p:grpSpPr>
        <a:xfrm>
          <a:off x="0" y="0"/>
          <a:ext cx="0" cy="0"/>
          <a:chOff x="0" y="0"/>
          <a:chExt cx="0" cy="0"/>
        </a:xfrm>
      </p:grpSpPr>
      <p:sp>
        <p:nvSpPr>
          <p:cNvPr id="172" name="Google Shape;172;p28"/>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 and GitHub</a:t>
            </a:r>
            <a:endParaRPr sz="2440"/>
          </a:p>
        </p:txBody>
      </p:sp>
      <p:sp>
        <p:nvSpPr>
          <p:cNvPr id="173" name="Google Shape;173;p28"/>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Now Git takes those changes you and your friend made independently and merges them into a single “Master” repository. </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So by using Git you can ensure you both are working on the most recent version of the repository. </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So you don’t have to worry about mailing your files to each other and working with a ridiculous number of copies of the original file. </a:t>
            </a:r>
            <a:endParaRPr sz="1800">
              <a:solidFill>
                <a:schemeClr val="dk2"/>
              </a:solidFill>
            </a:endParaRPr>
          </a:p>
          <a:p>
            <a:pPr marL="457200" lvl="0" indent="-342900" algn="just" rtl="0">
              <a:lnSpc>
                <a:spcPct val="115000"/>
              </a:lnSpc>
              <a:spcBef>
                <a:spcPts val="1000"/>
              </a:spcBef>
              <a:spcAft>
                <a:spcPts val="1000"/>
              </a:spcAft>
              <a:buClr>
                <a:schemeClr val="dk2"/>
              </a:buClr>
              <a:buSzPts val="1800"/>
              <a:buChar char="●"/>
            </a:pPr>
            <a:r>
              <a:rPr lang="en-GB" sz="1800">
                <a:solidFill>
                  <a:schemeClr val="dk2"/>
                </a:solidFill>
              </a:rPr>
              <a:t>And collaborating long-distance becomes easy</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77" name="Shape 177"/>
        <p:cNvGrpSpPr/>
        <p:nvPr/>
      </p:nvGrpSpPr>
      <p:grpSpPr>
        <a:xfrm>
          <a:off x="0" y="0"/>
          <a:ext cx="0" cy="0"/>
          <a:chOff x="0" y="0"/>
          <a:chExt cx="0" cy="0"/>
        </a:xfrm>
      </p:grpSpPr>
      <p:sp>
        <p:nvSpPr>
          <p:cNvPr id="178" name="Google Shape;178;p29"/>
          <p:cNvSpPr txBox="1"/>
          <p:nvPr>
            <p:ph type="ctrTitle"/>
          </p:nvPr>
        </p:nvSpPr>
        <p:spPr>
          <a:xfrm>
            <a:off x="727950" y="2350750"/>
            <a:ext cx="7688100" cy="10533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4200"/>
              <a:buNone/>
            </a:pPr>
            <a:r>
              <a:rPr lang="en-GB" sz="5000"/>
              <a:t>Git workflow</a:t>
            </a:r>
            <a:endParaRPr sz="5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82" name="Shape 182"/>
        <p:cNvGrpSpPr/>
        <p:nvPr/>
      </p:nvGrpSpPr>
      <p:grpSpPr>
        <a:xfrm>
          <a:off x="0" y="0"/>
          <a:ext cx="0" cy="0"/>
          <a:chOff x="0" y="0"/>
          <a:chExt cx="0" cy="0"/>
        </a:xfrm>
      </p:grpSpPr>
      <p:sp>
        <p:nvSpPr>
          <p:cNvPr id="183" name="Google Shape;183;p30"/>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 and GitHub</a:t>
            </a:r>
            <a:endParaRPr sz="2440"/>
          </a:p>
        </p:txBody>
      </p:sp>
      <p:sp>
        <p:nvSpPr>
          <p:cNvPr id="184" name="Google Shape;184;p30"/>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0" lvl="0" indent="0" algn="just" rtl="0">
              <a:lnSpc>
                <a:spcPct val="150000"/>
              </a:lnSpc>
              <a:spcBef>
                <a:spcPts val="1000"/>
              </a:spcBef>
              <a:spcAft>
                <a:spcPts val="0"/>
              </a:spcAft>
              <a:buSzPts val="1300"/>
              <a:buNone/>
            </a:pPr>
            <a:r>
              <a:rPr lang="en-GB" sz="1800" b="1">
                <a:solidFill>
                  <a:schemeClr val="dk2"/>
                </a:solidFill>
              </a:rPr>
              <a:t>What is a Repository?</a:t>
            </a:r>
            <a:endParaRPr sz="1800" b="1">
              <a:solidFill>
                <a:schemeClr val="dk2"/>
              </a:solidFill>
            </a:endParaRPr>
          </a:p>
          <a:p>
            <a:pPr marL="0" lvl="0" indent="457200" algn="just" rtl="0">
              <a:lnSpc>
                <a:spcPct val="150000"/>
              </a:lnSpc>
              <a:spcBef>
                <a:spcPts val="1000"/>
              </a:spcBef>
              <a:spcAft>
                <a:spcPts val="0"/>
              </a:spcAft>
              <a:buSzPts val="1300"/>
              <a:buNone/>
            </a:pPr>
            <a:r>
              <a:rPr lang="en-GB" sz="1800">
                <a:solidFill>
                  <a:schemeClr val="dk2"/>
                </a:solidFill>
              </a:rPr>
              <a:t>A repository a.k.a. repo is nothing but a collection of source code.</a:t>
            </a:r>
            <a:endParaRPr sz="1800">
              <a:solidFill>
                <a:schemeClr val="dk2"/>
              </a:solidFill>
            </a:endParaRPr>
          </a:p>
          <a:p>
            <a:pPr marL="0" lvl="0" indent="0" algn="just" rtl="0">
              <a:lnSpc>
                <a:spcPct val="150000"/>
              </a:lnSpc>
              <a:spcBef>
                <a:spcPts val="1000"/>
              </a:spcBef>
              <a:spcAft>
                <a:spcPts val="0"/>
              </a:spcAft>
              <a:buSzPts val="1300"/>
              <a:buNone/>
            </a:pPr>
            <a:r>
              <a:rPr lang="en-GB" sz="1800" b="1">
                <a:solidFill>
                  <a:schemeClr val="dk2"/>
                </a:solidFill>
              </a:rPr>
              <a:t>There are four fundamental elements in the Git Workflow.</a:t>
            </a:r>
            <a:endParaRPr sz="1800" b="1">
              <a:solidFill>
                <a:schemeClr val="dk2"/>
              </a:solidFill>
            </a:endParaRPr>
          </a:p>
          <a:p>
            <a:pPr marL="914400" lvl="0" indent="-342900" algn="just" rtl="0">
              <a:lnSpc>
                <a:spcPct val="150000"/>
              </a:lnSpc>
              <a:spcBef>
                <a:spcPts val="1000"/>
              </a:spcBef>
              <a:spcAft>
                <a:spcPts val="0"/>
              </a:spcAft>
              <a:buClr>
                <a:schemeClr val="dk2"/>
              </a:buClr>
              <a:buSzPts val="1800"/>
              <a:buChar char="●"/>
            </a:pPr>
            <a:r>
              <a:rPr lang="en-GB" sz="1800">
                <a:solidFill>
                  <a:schemeClr val="dk2"/>
                </a:solidFill>
              </a:rPr>
              <a:t>Working Directory</a:t>
            </a:r>
            <a:endParaRPr sz="1800">
              <a:solidFill>
                <a:schemeClr val="dk2"/>
              </a:solidFill>
            </a:endParaRPr>
          </a:p>
          <a:p>
            <a:pPr marL="914400" lvl="0" indent="-342900" algn="just" rtl="0">
              <a:lnSpc>
                <a:spcPct val="150000"/>
              </a:lnSpc>
              <a:spcBef>
                <a:spcPts val="0"/>
              </a:spcBef>
              <a:spcAft>
                <a:spcPts val="0"/>
              </a:spcAft>
              <a:buClr>
                <a:schemeClr val="dk2"/>
              </a:buClr>
              <a:buSzPts val="1800"/>
              <a:buChar char="●"/>
            </a:pPr>
            <a:r>
              <a:rPr lang="en-GB" sz="1800">
                <a:solidFill>
                  <a:schemeClr val="dk2"/>
                </a:solidFill>
              </a:rPr>
              <a:t>Staging Area</a:t>
            </a:r>
            <a:endParaRPr sz="1800">
              <a:solidFill>
                <a:schemeClr val="dk2"/>
              </a:solidFill>
            </a:endParaRPr>
          </a:p>
          <a:p>
            <a:pPr marL="914400" lvl="0" indent="-342900" algn="just" rtl="0">
              <a:lnSpc>
                <a:spcPct val="150000"/>
              </a:lnSpc>
              <a:spcBef>
                <a:spcPts val="0"/>
              </a:spcBef>
              <a:spcAft>
                <a:spcPts val="0"/>
              </a:spcAft>
              <a:buClr>
                <a:schemeClr val="dk2"/>
              </a:buClr>
              <a:buSzPts val="1800"/>
              <a:buChar char="●"/>
            </a:pPr>
            <a:r>
              <a:rPr lang="en-GB" sz="1800">
                <a:solidFill>
                  <a:schemeClr val="dk2"/>
                </a:solidFill>
              </a:rPr>
              <a:t>Local Repository</a:t>
            </a:r>
            <a:endParaRPr sz="1800">
              <a:solidFill>
                <a:schemeClr val="dk2"/>
              </a:solidFill>
            </a:endParaRPr>
          </a:p>
          <a:p>
            <a:pPr marL="914400" lvl="0" indent="-342900" algn="just" rtl="0">
              <a:lnSpc>
                <a:spcPct val="150000"/>
              </a:lnSpc>
              <a:spcBef>
                <a:spcPts val="0"/>
              </a:spcBef>
              <a:spcAft>
                <a:spcPts val="0"/>
              </a:spcAft>
              <a:buClr>
                <a:schemeClr val="dk2"/>
              </a:buClr>
              <a:buSzPts val="1800"/>
              <a:buChar char="●"/>
            </a:pPr>
            <a:r>
              <a:rPr lang="en-GB" sz="1800">
                <a:solidFill>
                  <a:schemeClr val="dk2"/>
                </a:solidFill>
              </a:rPr>
              <a:t>Remote Repository</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88" name="Shape 188"/>
        <p:cNvGrpSpPr/>
        <p:nvPr/>
      </p:nvGrpSpPr>
      <p:grpSpPr>
        <a:xfrm>
          <a:off x="0" y="0"/>
          <a:ext cx="0" cy="0"/>
          <a:chOff x="0" y="0"/>
          <a:chExt cx="0" cy="0"/>
        </a:xfrm>
      </p:grpSpPr>
      <p:sp>
        <p:nvSpPr>
          <p:cNvPr id="189" name="Google Shape;189;p31"/>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 and GitHub</a:t>
            </a:r>
            <a:endParaRPr sz="2440"/>
          </a:p>
        </p:txBody>
      </p:sp>
      <p:pic>
        <p:nvPicPr>
          <p:cNvPr id="190" name="Google Shape;190;p31"/>
          <p:cNvPicPr preferRelativeResize="0"/>
          <p:nvPr/>
        </p:nvPicPr>
        <p:blipFill rotWithShape="1">
          <a:blip r:embed="rId1"/>
          <a:srcRect/>
          <a:stretch>
            <a:fillRect/>
          </a:stretch>
        </p:blipFill>
        <p:spPr>
          <a:xfrm>
            <a:off x="1178463" y="1326052"/>
            <a:ext cx="6787075" cy="3663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94" name="Shape 194"/>
        <p:cNvGrpSpPr/>
        <p:nvPr/>
      </p:nvGrpSpPr>
      <p:grpSpPr>
        <a:xfrm>
          <a:off x="0" y="0"/>
          <a:ext cx="0" cy="0"/>
          <a:chOff x="0" y="0"/>
          <a:chExt cx="0" cy="0"/>
        </a:xfrm>
      </p:grpSpPr>
      <p:sp>
        <p:nvSpPr>
          <p:cNvPr id="195" name="Google Shape;195;p32"/>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 and GitHub</a:t>
            </a:r>
            <a:endParaRPr sz="2440"/>
          </a:p>
        </p:txBody>
      </p:sp>
      <p:sp>
        <p:nvSpPr>
          <p:cNvPr id="196" name="Google Shape;196;p32"/>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1000"/>
              </a:spcBef>
              <a:spcAft>
                <a:spcPts val="0"/>
              </a:spcAft>
              <a:buSzPts val="1300"/>
              <a:buNone/>
            </a:pPr>
            <a:r>
              <a:rPr lang="en-GB" sz="1800">
                <a:solidFill>
                  <a:schemeClr val="dk2"/>
                </a:solidFill>
              </a:rPr>
              <a:t>C</a:t>
            </a:r>
            <a:r>
              <a:rPr lang="en-GB" sz="1800">
                <a:solidFill>
                  <a:schemeClr val="dk2"/>
                </a:solidFill>
              </a:rPr>
              <a:t>onsider a file in your Working Directory. It can be in three possible states -</a:t>
            </a:r>
            <a:endParaRPr sz="1800">
              <a:solidFill>
                <a:schemeClr val="dk2"/>
              </a:solidFill>
            </a:endParaRPr>
          </a:p>
          <a:p>
            <a:pPr marL="457200" lvl="0" indent="-342900" algn="just" rtl="0">
              <a:lnSpc>
                <a:spcPct val="115000"/>
              </a:lnSpc>
              <a:spcBef>
                <a:spcPts val="1000"/>
              </a:spcBef>
              <a:spcAft>
                <a:spcPts val="0"/>
              </a:spcAft>
              <a:buClr>
                <a:schemeClr val="dk2"/>
              </a:buClr>
              <a:buSzPts val="1800"/>
              <a:buAutoNum type="arabicPeriod"/>
            </a:pPr>
            <a:r>
              <a:rPr lang="en-GB" sz="1800" b="1">
                <a:solidFill>
                  <a:schemeClr val="dk2"/>
                </a:solidFill>
              </a:rPr>
              <a:t>It can be staged.</a:t>
            </a:r>
            <a:r>
              <a:rPr lang="en-GB" sz="1800">
                <a:solidFill>
                  <a:schemeClr val="dk2"/>
                </a:solidFill>
              </a:rPr>
              <a:t> This means the files with the updated changes are marked to be committed to the local repository but not yet committed.</a:t>
            </a:r>
            <a:endParaRPr sz="1800">
              <a:solidFill>
                <a:schemeClr val="dk2"/>
              </a:solidFill>
            </a:endParaRPr>
          </a:p>
          <a:p>
            <a:pPr marL="457200" lvl="0" indent="-342900" algn="just" rtl="0">
              <a:lnSpc>
                <a:spcPct val="115000"/>
              </a:lnSpc>
              <a:spcBef>
                <a:spcPts val="0"/>
              </a:spcBef>
              <a:spcAft>
                <a:spcPts val="0"/>
              </a:spcAft>
              <a:buClr>
                <a:schemeClr val="dk2"/>
              </a:buClr>
              <a:buSzPts val="1800"/>
              <a:buAutoNum type="arabicPeriod"/>
            </a:pPr>
            <a:r>
              <a:rPr lang="en-GB" sz="1800" b="1">
                <a:solidFill>
                  <a:schemeClr val="dk2"/>
                </a:solidFill>
              </a:rPr>
              <a:t>It can be modified.</a:t>
            </a:r>
            <a:r>
              <a:rPr lang="en-GB" sz="1800">
                <a:solidFill>
                  <a:schemeClr val="dk2"/>
                </a:solidFill>
              </a:rPr>
              <a:t> This means the files with the updated changes are not yet stored in the local repository.</a:t>
            </a:r>
            <a:endParaRPr sz="1800">
              <a:solidFill>
                <a:schemeClr val="dk2"/>
              </a:solidFill>
            </a:endParaRPr>
          </a:p>
          <a:p>
            <a:pPr marL="457200" lvl="0" indent="-342900" algn="just" rtl="0">
              <a:lnSpc>
                <a:spcPct val="115000"/>
              </a:lnSpc>
              <a:spcBef>
                <a:spcPts val="0"/>
              </a:spcBef>
              <a:spcAft>
                <a:spcPts val="0"/>
              </a:spcAft>
              <a:buClr>
                <a:schemeClr val="dk2"/>
              </a:buClr>
              <a:buSzPts val="1800"/>
              <a:buAutoNum type="arabicPeriod"/>
            </a:pPr>
            <a:r>
              <a:rPr lang="en-GB" sz="1800" b="1">
                <a:solidFill>
                  <a:schemeClr val="dk2"/>
                </a:solidFill>
              </a:rPr>
              <a:t>It can be committed.</a:t>
            </a:r>
            <a:r>
              <a:rPr lang="en-GB" sz="1800">
                <a:solidFill>
                  <a:schemeClr val="dk2"/>
                </a:solidFill>
              </a:rPr>
              <a:t> This means that the changes you made to your file are safely stored in the local repository.</a:t>
            </a:r>
            <a:endParaRPr sz="1800">
              <a:solidFill>
                <a:schemeClr val="dk2"/>
              </a:solidFill>
            </a:endParaRPr>
          </a:p>
          <a:p>
            <a:pPr marL="0" lvl="0" indent="0" algn="just" rtl="0">
              <a:lnSpc>
                <a:spcPct val="115000"/>
              </a:lnSpc>
              <a:spcBef>
                <a:spcPts val="1000"/>
              </a:spcBef>
              <a:spcAft>
                <a:spcPts val="1000"/>
              </a:spcAft>
              <a:buSzPts val="1300"/>
              <a:buNone/>
            </a:pP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00" name="Shape 200"/>
        <p:cNvGrpSpPr/>
        <p:nvPr/>
      </p:nvGrpSpPr>
      <p:grpSpPr>
        <a:xfrm>
          <a:off x="0" y="0"/>
          <a:ext cx="0" cy="0"/>
          <a:chOff x="0" y="0"/>
          <a:chExt cx="0" cy="0"/>
        </a:xfrm>
      </p:grpSpPr>
      <p:sp>
        <p:nvSpPr>
          <p:cNvPr id="201" name="Google Shape;201;p33"/>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 and GitHub</a:t>
            </a:r>
            <a:endParaRPr sz="2440"/>
          </a:p>
        </p:txBody>
      </p:sp>
      <p:sp>
        <p:nvSpPr>
          <p:cNvPr id="202" name="Google Shape;202;p33"/>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1000"/>
              </a:spcBef>
              <a:spcAft>
                <a:spcPts val="0"/>
              </a:spcAft>
              <a:buSzPts val="1300"/>
              <a:buNone/>
            </a:pPr>
            <a:r>
              <a:rPr lang="en-GB" sz="1800">
                <a:solidFill>
                  <a:schemeClr val="dk2"/>
                </a:solidFill>
              </a:rPr>
              <a:t>Some further explanations  - </a:t>
            </a:r>
            <a:endParaRPr sz="1800">
              <a:solidFill>
                <a:schemeClr val="dk2"/>
              </a:solidFill>
            </a:endParaRPr>
          </a:p>
          <a:p>
            <a:pPr marL="0" lvl="0" indent="0" algn="just" rtl="0">
              <a:lnSpc>
                <a:spcPct val="115000"/>
              </a:lnSpc>
              <a:spcBef>
                <a:spcPts val="1000"/>
              </a:spcBef>
              <a:spcAft>
                <a:spcPts val="0"/>
              </a:spcAft>
              <a:buSzPts val="1300"/>
              <a:buNone/>
            </a:pPr>
            <a:r>
              <a:rPr lang="en-GB" sz="1800" b="1" i="1">
                <a:solidFill>
                  <a:schemeClr val="dk2"/>
                </a:solidFill>
              </a:rPr>
              <a:t>git add</a:t>
            </a:r>
            <a:r>
              <a:rPr lang="en-GB" sz="1800">
                <a:solidFill>
                  <a:schemeClr val="dk2"/>
                </a:solidFill>
              </a:rPr>
              <a:t> is a command used to add a file that is in the working directory to the staging area.</a:t>
            </a:r>
            <a:endParaRPr sz="1800">
              <a:solidFill>
                <a:schemeClr val="dk2"/>
              </a:solidFill>
            </a:endParaRPr>
          </a:p>
          <a:p>
            <a:pPr marL="0" lvl="0" indent="0" algn="just" rtl="0">
              <a:lnSpc>
                <a:spcPct val="115000"/>
              </a:lnSpc>
              <a:spcBef>
                <a:spcPts val="1000"/>
              </a:spcBef>
              <a:spcAft>
                <a:spcPts val="0"/>
              </a:spcAft>
              <a:buSzPts val="1300"/>
              <a:buNone/>
            </a:pPr>
            <a:r>
              <a:rPr lang="en-GB" sz="1800" b="1" i="1">
                <a:solidFill>
                  <a:schemeClr val="dk2"/>
                </a:solidFill>
              </a:rPr>
              <a:t>git commit</a:t>
            </a:r>
            <a:r>
              <a:rPr lang="en-GB" sz="1800">
                <a:solidFill>
                  <a:schemeClr val="dk2"/>
                </a:solidFill>
              </a:rPr>
              <a:t> is a command used to add all files that are staged to the local repository.</a:t>
            </a:r>
            <a:endParaRPr sz="1800">
              <a:solidFill>
                <a:schemeClr val="dk2"/>
              </a:solidFill>
            </a:endParaRPr>
          </a:p>
          <a:p>
            <a:pPr marL="0" lvl="0" indent="0" algn="just" rtl="0">
              <a:lnSpc>
                <a:spcPct val="115000"/>
              </a:lnSpc>
              <a:spcBef>
                <a:spcPts val="1000"/>
              </a:spcBef>
              <a:spcAft>
                <a:spcPts val="1000"/>
              </a:spcAft>
              <a:buSzPts val="1300"/>
              <a:buNone/>
            </a:pPr>
            <a:r>
              <a:rPr lang="en-GB" sz="1800" b="1" i="1">
                <a:solidFill>
                  <a:schemeClr val="dk2"/>
                </a:solidFill>
              </a:rPr>
              <a:t>git push</a:t>
            </a:r>
            <a:r>
              <a:rPr lang="en-GB" sz="1800">
                <a:solidFill>
                  <a:schemeClr val="dk2"/>
                </a:solidFill>
              </a:rPr>
              <a:t> is a command used to add all committed files in the local repository to the remote repository. So in the remote repository, all files and changes will be visible to anyone with access to the remote repository.</a:t>
            </a:r>
            <a:endParaRPr sz="1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06" name="Shape 206"/>
        <p:cNvGrpSpPr/>
        <p:nvPr/>
      </p:nvGrpSpPr>
      <p:grpSpPr>
        <a:xfrm>
          <a:off x="0" y="0"/>
          <a:ext cx="0" cy="0"/>
          <a:chOff x="0" y="0"/>
          <a:chExt cx="0" cy="0"/>
        </a:xfrm>
      </p:grpSpPr>
      <p:sp>
        <p:nvSpPr>
          <p:cNvPr id="207" name="Google Shape;207;p34"/>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 and GitHub</a:t>
            </a:r>
            <a:endParaRPr sz="2440"/>
          </a:p>
        </p:txBody>
      </p:sp>
      <p:sp>
        <p:nvSpPr>
          <p:cNvPr id="208" name="Google Shape;208;p34"/>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1000"/>
              </a:spcBef>
              <a:spcAft>
                <a:spcPts val="0"/>
              </a:spcAft>
              <a:buSzPts val="1300"/>
              <a:buNone/>
            </a:pPr>
            <a:r>
              <a:rPr lang="en-GB" sz="1800" b="1" i="1">
                <a:solidFill>
                  <a:schemeClr val="dk2"/>
                </a:solidFill>
              </a:rPr>
              <a:t>git fetch</a:t>
            </a:r>
            <a:r>
              <a:rPr lang="en-GB" sz="1800">
                <a:solidFill>
                  <a:schemeClr val="dk2"/>
                </a:solidFill>
              </a:rPr>
              <a:t> is a command used to get files from the remote repository to the local repository but not into the working directory.</a:t>
            </a:r>
            <a:endParaRPr sz="1800">
              <a:solidFill>
                <a:schemeClr val="dk2"/>
              </a:solidFill>
            </a:endParaRPr>
          </a:p>
          <a:p>
            <a:pPr marL="0" lvl="0" indent="0" algn="just" rtl="0">
              <a:lnSpc>
                <a:spcPct val="115000"/>
              </a:lnSpc>
              <a:spcBef>
                <a:spcPts val="1000"/>
              </a:spcBef>
              <a:spcAft>
                <a:spcPts val="0"/>
              </a:spcAft>
              <a:buSzPts val="1300"/>
              <a:buNone/>
            </a:pPr>
            <a:r>
              <a:rPr lang="en-GB" sz="1800" b="1" i="1">
                <a:solidFill>
                  <a:schemeClr val="dk2"/>
                </a:solidFill>
              </a:rPr>
              <a:t>git merge</a:t>
            </a:r>
            <a:r>
              <a:rPr lang="en-GB" sz="1800">
                <a:solidFill>
                  <a:schemeClr val="dk2"/>
                </a:solidFill>
              </a:rPr>
              <a:t> is a command used to get the files from the local repository into the working directory.</a:t>
            </a:r>
            <a:endParaRPr sz="1800">
              <a:solidFill>
                <a:schemeClr val="dk2"/>
              </a:solidFill>
            </a:endParaRPr>
          </a:p>
          <a:p>
            <a:pPr marL="0" lvl="0" indent="0" algn="just" rtl="0">
              <a:lnSpc>
                <a:spcPct val="115000"/>
              </a:lnSpc>
              <a:spcBef>
                <a:spcPts val="1000"/>
              </a:spcBef>
              <a:spcAft>
                <a:spcPts val="0"/>
              </a:spcAft>
              <a:buSzPts val="1300"/>
              <a:buNone/>
            </a:pPr>
            <a:r>
              <a:rPr lang="en-GB" sz="1800" b="1" i="1">
                <a:solidFill>
                  <a:schemeClr val="dk2"/>
                </a:solidFill>
              </a:rPr>
              <a:t>git pull</a:t>
            </a:r>
            <a:r>
              <a:rPr lang="en-GB" sz="1800">
                <a:solidFill>
                  <a:schemeClr val="dk2"/>
                </a:solidFill>
              </a:rPr>
              <a:t> is a command used to get files from the remote repository directly into the working directory. It is equivalent to a git fetch and a git merge .</a:t>
            </a:r>
            <a:endParaRPr sz="1800">
              <a:solidFill>
                <a:schemeClr val="dk2"/>
              </a:solidFill>
            </a:endParaRPr>
          </a:p>
          <a:p>
            <a:pPr marL="0" lvl="0" indent="0" algn="just" rtl="0">
              <a:lnSpc>
                <a:spcPct val="115000"/>
              </a:lnSpc>
              <a:spcBef>
                <a:spcPts val="1000"/>
              </a:spcBef>
              <a:spcAft>
                <a:spcPts val="1000"/>
              </a:spcAft>
              <a:buSzPts val="1300"/>
              <a:buNone/>
            </a:pPr>
            <a:r>
              <a:rPr lang="en-GB" sz="1800">
                <a:solidFill>
                  <a:schemeClr val="dk2"/>
                </a:solidFill>
              </a:rPr>
              <a:t>Now that we know what Git is and its basic terminologies, let’s see how we can place a file under git. We’re going to do it the right way and the difficult way. Without any GUI applications.</a:t>
            </a:r>
            <a:endParaRPr sz="18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12" name="Shape 212"/>
        <p:cNvGrpSpPr/>
        <p:nvPr/>
      </p:nvGrpSpPr>
      <p:grpSpPr>
        <a:xfrm>
          <a:off x="0" y="0"/>
          <a:ext cx="0" cy="0"/>
          <a:chOff x="0" y="0"/>
          <a:chExt cx="0" cy="0"/>
        </a:xfrm>
      </p:grpSpPr>
      <p:sp>
        <p:nvSpPr>
          <p:cNvPr id="213" name="Google Shape;213;p35"/>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 and GitHub</a:t>
            </a:r>
            <a:endParaRPr sz="2440"/>
          </a:p>
        </p:txBody>
      </p:sp>
      <p:sp>
        <p:nvSpPr>
          <p:cNvPr id="214" name="Google Shape;214;p35"/>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1000"/>
              </a:spcBef>
              <a:spcAft>
                <a:spcPts val="0"/>
              </a:spcAft>
              <a:buSzPts val="1300"/>
              <a:buNone/>
            </a:pPr>
            <a:r>
              <a:rPr lang="en-GB" sz="1800" b="1">
                <a:solidFill>
                  <a:schemeClr val="dk2"/>
                </a:solidFill>
              </a:rPr>
              <a:t>BUT WHAT IS GITHUB?</a:t>
            </a:r>
            <a:endParaRPr sz="1800" b="1">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Git is a tool. GitHub is the name of the software and the company that uses git (a tool) to give us many valuable services. </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There are many git based online platforms / services. For example, GitLab, BitBucket, etc. GitHub is probably the most popular one. So this is what we will explore.</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18" name="Shape 218"/>
        <p:cNvGrpSpPr/>
        <p:nvPr/>
      </p:nvGrpSpPr>
      <p:grpSpPr>
        <a:xfrm>
          <a:off x="0" y="0"/>
          <a:ext cx="0" cy="0"/>
          <a:chOff x="0" y="0"/>
          <a:chExt cx="0" cy="0"/>
        </a:xfrm>
      </p:grpSpPr>
      <p:sp>
        <p:nvSpPr>
          <p:cNvPr id="219" name="Google Shape;219;p36"/>
          <p:cNvSpPr txBox="1"/>
          <p:nvPr>
            <p:ph type="ctrTitle"/>
          </p:nvPr>
        </p:nvSpPr>
        <p:spPr>
          <a:xfrm>
            <a:off x="727950" y="2350750"/>
            <a:ext cx="7688100" cy="10533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4200"/>
              <a:buNone/>
            </a:pPr>
            <a:r>
              <a:rPr lang="en-GB" sz="5000"/>
              <a:t>Getting started</a:t>
            </a:r>
            <a:endParaRPr sz="5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23" name="Shape 223"/>
        <p:cNvGrpSpPr/>
        <p:nvPr/>
      </p:nvGrpSpPr>
      <p:grpSpPr>
        <a:xfrm>
          <a:off x="0" y="0"/>
          <a:ext cx="0" cy="0"/>
          <a:chOff x="0" y="0"/>
          <a:chExt cx="0" cy="0"/>
        </a:xfrm>
      </p:grpSpPr>
      <p:sp>
        <p:nvSpPr>
          <p:cNvPr id="224" name="Google Shape;224;p37"/>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225" name="Google Shape;225;p37"/>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Go to </a:t>
            </a:r>
            <a:r>
              <a:rPr lang="en-GB" sz="1800" u="sng">
                <a:solidFill>
                  <a:schemeClr val="hlink"/>
                </a:solidFill>
                <a:hlinkClick r:id="rId1"/>
              </a:rPr>
              <a:t>github.com</a:t>
            </a:r>
            <a:r>
              <a:rPr lang="en-GB" sz="1800">
                <a:solidFill>
                  <a:schemeClr val="dk2"/>
                </a:solidFill>
              </a:rPr>
              <a:t> and make a free account. </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Take some time to explore the website.</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Create your first repository. Name it anything you like. </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Once done, you will see the list of instructions to connect this repository to your code in your computer. </a:t>
            </a:r>
            <a:r>
              <a:rPr lang="en-GB" sz="1800" b="1">
                <a:solidFill>
                  <a:schemeClr val="dk2"/>
                </a:solidFill>
              </a:rPr>
              <a:t>Ignore </a:t>
            </a:r>
            <a:r>
              <a:rPr lang="en-GB" sz="1800">
                <a:solidFill>
                  <a:schemeClr val="dk2"/>
                </a:solidFill>
              </a:rPr>
              <a:t>it for now. </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Create a folder named gitHello (or anything).</a:t>
            </a:r>
            <a:endParaRPr sz="1800">
              <a:solidFill>
                <a:schemeClr val="dk2"/>
              </a:solidFill>
            </a:endParaRPr>
          </a:p>
          <a:p>
            <a:pPr marL="457200" lvl="0" indent="-342900" algn="just" rtl="0">
              <a:lnSpc>
                <a:spcPct val="115000"/>
              </a:lnSpc>
              <a:spcBef>
                <a:spcPts val="1000"/>
              </a:spcBef>
              <a:spcAft>
                <a:spcPts val="1000"/>
              </a:spcAft>
              <a:buClr>
                <a:schemeClr val="dk2"/>
              </a:buClr>
              <a:buSzPts val="1800"/>
              <a:buChar char="●"/>
            </a:pPr>
            <a:r>
              <a:rPr lang="en-GB" sz="1800">
                <a:solidFill>
                  <a:schemeClr val="dk2"/>
                </a:solidFill>
              </a:rPr>
              <a:t>In it, dump some of your codes. Or create a bunch of text files and place them in the folder. </a:t>
            </a: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29" name="Shape 229"/>
        <p:cNvGrpSpPr/>
        <p:nvPr/>
      </p:nvGrpSpPr>
      <p:grpSpPr>
        <a:xfrm>
          <a:off x="0" y="0"/>
          <a:ext cx="0" cy="0"/>
          <a:chOff x="0" y="0"/>
          <a:chExt cx="0" cy="0"/>
        </a:xfrm>
      </p:grpSpPr>
      <p:sp>
        <p:nvSpPr>
          <p:cNvPr id="230" name="Google Shape;230;p38"/>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231" name="Google Shape;231;p38"/>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Download git in your machine from </a:t>
            </a:r>
            <a:r>
              <a:rPr lang="en-GB" sz="1800" u="sng">
                <a:solidFill>
                  <a:schemeClr val="hlink"/>
                </a:solidFill>
                <a:hlinkClick r:id="rId1"/>
              </a:rPr>
              <a:t>here</a:t>
            </a:r>
            <a:r>
              <a:rPr lang="en-GB" sz="1800">
                <a:solidFill>
                  <a:schemeClr val="dk2"/>
                </a:solidFill>
              </a:rPr>
              <a:t>. </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Install git by following the installer. Go with the default options. </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When done, a restart may be required.</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Now, you can test installation by right clicking in a folder -</a:t>
            </a:r>
            <a:endParaRPr sz="1800">
              <a:solidFill>
                <a:schemeClr val="dk2"/>
              </a:solidFill>
            </a:endParaRPr>
          </a:p>
          <a:p>
            <a:pPr marL="457200" lvl="0" indent="-342900" algn="just" rtl="0">
              <a:lnSpc>
                <a:spcPct val="115000"/>
              </a:lnSpc>
              <a:spcBef>
                <a:spcPts val="1000"/>
              </a:spcBef>
              <a:spcAft>
                <a:spcPts val="1000"/>
              </a:spcAft>
              <a:buClr>
                <a:schemeClr val="dk2"/>
              </a:buClr>
              <a:buSzPts val="1800"/>
              <a:buChar char="●"/>
            </a:pPr>
            <a:r>
              <a:rPr lang="en-GB" sz="1800">
                <a:solidFill>
                  <a:schemeClr val="dk2"/>
                </a:solidFill>
              </a:rPr>
              <a:t>Type git --version </a:t>
            </a:r>
            <a:endParaRPr sz="1800">
              <a:solidFill>
                <a:schemeClr val="dk2"/>
              </a:solidFill>
            </a:endParaRPr>
          </a:p>
        </p:txBody>
      </p:sp>
      <p:pic>
        <p:nvPicPr>
          <p:cNvPr id="232" name="Google Shape;232;p38"/>
          <p:cNvPicPr preferRelativeResize="0"/>
          <p:nvPr/>
        </p:nvPicPr>
        <p:blipFill rotWithShape="1">
          <a:blip r:embed="rId2"/>
          <a:srcRect/>
          <a:stretch>
            <a:fillRect/>
          </a:stretch>
        </p:blipFill>
        <p:spPr>
          <a:xfrm>
            <a:off x="6998075" y="2442200"/>
            <a:ext cx="2019300" cy="26098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36" name="Shape 236"/>
        <p:cNvGrpSpPr/>
        <p:nvPr/>
      </p:nvGrpSpPr>
      <p:grpSpPr>
        <a:xfrm>
          <a:off x="0" y="0"/>
          <a:ext cx="0" cy="0"/>
          <a:chOff x="0" y="0"/>
          <a:chExt cx="0" cy="0"/>
        </a:xfrm>
      </p:grpSpPr>
      <p:sp>
        <p:nvSpPr>
          <p:cNvPr id="237" name="Google Shape;237;p39"/>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238" name="Google Shape;238;p39"/>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Now we need to connect this with your github account. </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For that, open git bash and type these commands -</a:t>
            </a:r>
            <a:endParaRPr sz="1800">
              <a:solidFill>
                <a:schemeClr val="dk2"/>
              </a:solidFill>
            </a:endParaRPr>
          </a:p>
          <a:p>
            <a:pPr marL="914400" lvl="1" indent="-342900" algn="just" rtl="0">
              <a:lnSpc>
                <a:spcPct val="115000"/>
              </a:lnSpc>
              <a:spcBef>
                <a:spcPts val="1000"/>
              </a:spcBef>
              <a:spcAft>
                <a:spcPts val="0"/>
              </a:spcAft>
              <a:buClr>
                <a:schemeClr val="dk2"/>
              </a:buClr>
              <a:buSzPts val="1800"/>
              <a:buChar char="○"/>
            </a:pPr>
            <a:r>
              <a:rPr lang="en-GB" sz="1800">
                <a:solidFill>
                  <a:schemeClr val="dk2"/>
                </a:solidFill>
              </a:rPr>
              <a:t>git config --global user.name "YourName"</a:t>
            </a:r>
            <a:endParaRPr sz="1800">
              <a:solidFill>
                <a:schemeClr val="dk2"/>
              </a:solidFill>
            </a:endParaRPr>
          </a:p>
          <a:p>
            <a:pPr marL="914400" lvl="1" indent="-342900" algn="just" rtl="0">
              <a:lnSpc>
                <a:spcPct val="115000"/>
              </a:lnSpc>
              <a:spcBef>
                <a:spcPts val="1000"/>
              </a:spcBef>
              <a:spcAft>
                <a:spcPts val="0"/>
              </a:spcAft>
              <a:buClr>
                <a:schemeClr val="dk2"/>
              </a:buClr>
              <a:buSzPts val="1800"/>
              <a:buChar char="○"/>
            </a:pPr>
            <a:r>
              <a:rPr lang="en-GB" sz="1800">
                <a:solidFill>
                  <a:schemeClr val="dk2"/>
                </a:solidFill>
              </a:rPr>
              <a:t>git config --global user.email "TestEmail@mail.com"</a:t>
            </a:r>
            <a:endParaRPr sz="1800">
              <a:solidFill>
                <a:schemeClr val="dk2"/>
              </a:solidFill>
            </a:endParaRPr>
          </a:p>
          <a:p>
            <a:pPr marL="914400" lvl="1" indent="-342900" algn="just" rtl="0">
              <a:lnSpc>
                <a:spcPct val="115000"/>
              </a:lnSpc>
              <a:spcBef>
                <a:spcPts val="1000"/>
              </a:spcBef>
              <a:spcAft>
                <a:spcPts val="1000"/>
              </a:spcAft>
              <a:buClr>
                <a:schemeClr val="dk2"/>
              </a:buClr>
              <a:buSzPts val="1800"/>
              <a:buChar char="○"/>
            </a:pPr>
            <a:r>
              <a:rPr lang="en-GB" sz="1800">
                <a:solidFill>
                  <a:schemeClr val="dk2"/>
                </a:solidFill>
              </a:rPr>
              <a:t>git config --global --list (To check the info you just provided)</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42" name="Shape 242"/>
        <p:cNvGrpSpPr/>
        <p:nvPr/>
      </p:nvGrpSpPr>
      <p:grpSpPr>
        <a:xfrm>
          <a:off x="0" y="0"/>
          <a:ext cx="0" cy="0"/>
          <a:chOff x="0" y="0"/>
          <a:chExt cx="0" cy="0"/>
        </a:xfrm>
      </p:grpSpPr>
      <p:sp>
        <p:nvSpPr>
          <p:cNvPr id="243" name="Google Shape;243;p40"/>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244" name="Google Shape;244;p40"/>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Now you would be prompted to enter your credentials every time you push or pull, so we use this command  -</a:t>
            </a:r>
            <a:endParaRPr sz="1800">
              <a:solidFill>
                <a:schemeClr val="dk2"/>
              </a:solidFill>
            </a:endParaRPr>
          </a:p>
          <a:p>
            <a:pPr marL="914400" lvl="1" indent="-342900" algn="just" rtl="0">
              <a:lnSpc>
                <a:spcPct val="115000"/>
              </a:lnSpc>
              <a:spcBef>
                <a:spcPts val="1000"/>
              </a:spcBef>
              <a:spcAft>
                <a:spcPts val="0"/>
              </a:spcAft>
              <a:buClr>
                <a:schemeClr val="dk2"/>
              </a:buClr>
              <a:buSzPts val="1800"/>
              <a:buChar char="○"/>
            </a:pPr>
            <a:r>
              <a:rPr lang="en-GB" sz="1800">
                <a:solidFill>
                  <a:schemeClr val="dk2"/>
                </a:solidFill>
              </a:rPr>
              <a:t>git config --global credential.helper "cache --timeout=14400"</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This caches your password for the duration of this class (4 hours).  </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But you can’t store it for ever since the password is stored in plain text which is not secure. </a:t>
            </a:r>
            <a:endParaRPr sz="1800">
              <a:solidFill>
                <a:schemeClr val="dk2"/>
              </a:solidFill>
            </a:endParaRPr>
          </a:p>
          <a:p>
            <a:pPr marL="457200" lvl="0" indent="-342900" algn="just" rtl="0">
              <a:lnSpc>
                <a:spcPct val="115000"/>
              </a:lnSpc>
              <a:spcBef>
                <a:spcPts val="1000"/>
              </a:spcBef>
              <a:spcAft>
                <a:spcPts val="1000"/>
              </a:spcAft>
              <a:buClr>
                <a:schemeClr val="dk2"/>
              </a:buClr>
              <a:buSzPts val="1800"/>
              <a:buChar char="●"/>
            </a:pPr>
            <a:r>
              <a:rPr lang="en-GB" sz="1800">
                <a:solidFill>
                  <a:schemeClr val="dk2"/>
                </a:solidFill>
              </a:rPr>
              <a:t>The perfect solution is to set up SSH keys, which we will do later. </a:t>
            </a:r>
            <a:endParaRPr sz="18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48" name="Shape 248"/>
        <p:cNvGrpSpPr/>
        <p:nvPr/>
      </p:nvGrpSpPr>
      <p:grpSpPr>
        <a:xfrm>
          <a:off x="0" y="0"/>
          <a:ext cx="0" cy="0"/>
          <a:chOff x="0" y="0"/>
          <a:chExt cx="0" cy="0"/>
        </a:xfrm>
      </p:grpSpPr>
      <p:sp>
        <p:nvSpPr>
          <p:cNvPr id="249" name="Google Shape;249;p41"/>
          <p:cNvSpPr txBox="1"/>
          <p:nvPr>
            <p:ph type="ctrTitle"/>
          </p:nvPr>
        </p:nvSpPr>
        <p:spPr>
          <a:xfrm>
            <a:off x="727950" y="2350750"/>
            <a:ext cx="7688100" cy="10533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4200"/>
              <a:buNone/>
            </a:pPr>
            <a:r>
              <a:rPr lang="en-GB" sz="5000"/>
              <a:t>Next steps...</a:t>
            </a:r>
            <a:endParaRPr sz="5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253" name="Shape 253"/>
        <p:cNvGrpSpPr/>
        <p:nvPr/>
      </p:nvGrpSpPr>
      <p:grpSpPr>
        <a:xfrm>
          <a:off x="0" y="0"/>
          <a:ext cx="0" cy="0"/>
          <a:chOff x="0" y="0"/>
          <a:chExt cx="0" cy="0"/>
        </a:xfrm>
      </p:grpSpPr>
      <p:sp>
        <p:nvSpPr>
          <p:cNvPr id="254" name="Google Shape;254;p42"/>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255" name="Google Shape;255;p42"/>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Navigate to gitHello folder and right click anywhere. Select git bash here. </a:t>
            </a:r>
            <a:endParaRPr sz="1800">
              <a:solidFill>
                <a:schemeClr val="dk2"/>
              </a:solidFill>
            </a:endParaRPr>
          </a:p>
          <a:p>
            <a:pPr marL="457200" lvl="0" indent="-342900" algn="just" rtl="0">
              <a:lnSpc>
                <a:spcPct val="115000"/>
              </a:lnSpc>
              <a:spcBef>
                <a:spcPts val="1000"/>
              </a:spcBef>
              <a:spcAft>
                <a:spcPts val="1000"/>
              </a:spcAft>
              <a:buClr>
                <a:schemeClr val="dk2"/>
              </a:buClr>
              <a:buSzPts val="1800"/>
              <a:buChar char="●"/>
            </a:pPr>
            <a:r>
              <a:rPr lang="en-GB" sz="1800">
                <a:solidFill>
                  <a:schemeClr val="dk2"/>
                </a:solidFill>
              </a:rPr>
              <a:t>Try this - </a:t>
            </a:r>
            <a:endParaRPr sz="1800">
              <a:solidFill>
                <a:schemeClr val="dk2"/>
              </a:solidFill>
            </a:endParaRPr>
          </a:p>
        </p:txBody>
      </p:sp>
      <p:pic>
        <p:nvPicPr>
          <p:cNvPr id="256" name="Google Shape;256;p42"/>
          <p:cNvPicPr preferRelativeResize="0"/>
          <p:nvPr/>
        </p:nvPicPr>
        <p:blipFill rotWithShape="1">
          <a:blip r:embed="rId1"/>
          <a:srcRect/>
          <a:stretch>
            <a:fillRect/>
          </a:stretch>
        </p:blipFill>
        <p:spPr>
          <a:xfrm>
            <a:off x="1290950" y="2521900"/>
            <a:ext cx="7127199" cy="20346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60" name="Shape 260"/>
        <p:cNvGrpSpPr/>
        <p:nvPr/>
      </p:nvGrpSpPr>
      <p:grpSpPr>
        <a:xfrm>
          <a:off x="0" y="0"/>
          <a:ext cx="0" cy="0"/>
          <a:chOff x="0" y="0"/>
          <a:chExt cx="0" cy="0"/>
        </a:xfrm>
      </p:grpSpPr>
      <p:sp>
        <p:nvSpPr>
          <p:cNvPr id="261" name="Google Shape;261;p43"/>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262" name="Google Shape;262;p43"/>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Let’s see what files are staged -</a:t>
            </a:r>
            <a:endParaRPr sz="1800">
              <a:solidFill>
                <a:schemeClr val="dk2"/>
              </a:solidFill>
            </a:endParaRPr>
          </a:p>
          <a:p>
            <a:pPr marL="914400" lvl="1" indent="-342900" algn="just" rtl="0">
              <a:lnSpc>
                <a:spcPct val="115000"/>
              </a:lnSpc>
              <a:spcBef>
                <a:spcPts val="1000"/>
              </a:spcBef>
              <a:spcAft>
                <a:spcPts val="0"/>
              </a:spcAft>
              <a:buClr>
                <a:schemeClr val="dk2"/>
              </a:buClr>
              <a:buSzPts val="1800"/>
              <a:buChar char="○"/>
            </a:pPr>
            <a:r>
              <a:rPr lang="en-GB" sz="1800">
                <a:solidFill>
                  <a:schemeClr val="dk2"/>
                </a:solidFill>
              </a:rPr>
              <a:t>git status # Lists all new or modified files to be committed</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Commit changes to your git repo -</a:t>
            </a:r>
            <a:endParaRPr sz="1800">
              <a:solidFill>
                <a:schemeClr val="dk2"/>
              </a:solidFill>
            </a:endParaRPr>
          </a:p>
          <a:p>
            <a:pPr marL="914400" lvl="1" indent="-342900" algn="just" rtl="0">
              <a:lnSpc>
                <a:spcPct val="115000"/>
              </a:lnSpc>
              <a:spcBef>
                <a:spcPts val="1000"/>
              </a:spcBef>
              <a:spcAft>
                <a:spcPts val="0"/>
              </a:spcAft>
              <a:buClr>
                <a:schemeClr val="dk2"/>
              </a:buClr>
              <a:buSzPts val="1800"/>
              <a:buChar char="○"/>
            </a:pPr>
            <a:r>
              <a:rPr lang="en-GB" sz="1800">
                <a:solidFill>
                  <a:schemeClr val="dk2"/>
                </a:solidFill>
              </a:rPr>
              <a:t>git commit -m "First commit"</a:t>
            </a:r>
            <a:endParaRPr sz="1800">
              <a:solidFill>
                <a:schemeClr val="dk2"/>
              </a:solidFill>
            </a:endParaRPr>
          </a:p>
          <a:p>
            <a:pPr marL="914400" lvl="1" indent="-342900" algn="just" rtl="0">
              <a:lnSpc>
                <a:spcPct val="115000"/>
              </a:lnSpc>
              <a:spcBef>
                <a:spcPts val="1000"/>
              </a:spcBef>
              <a:spcAft>
                <a:spcPts val="0"/>
              </a:spcAft>
              <a:buClr>
                <a:schemeClr val="dk2"/>
              </a:buClr>
              <a:buSzPts val="1800"/>
              <a:buChar char="○"/>
            </a:pPr>
            <a:r>
              <a:rPr lang="en-GB" sz="1800">
                <a:solidFill>
                  <a:schemeClr val="dk2"/>
                </a:solidFill>
              </a:rPr>
              <a:t># The message in the " " is given so that the other users can read the message and see what changes you made</a:t>
            </a:r>
            <a:endParaRPr sz="1800">
              <a:solidFill>
                <a:schemeClr val="dk2"/>
              </a:solidFill>
            </a:endParaRPr>
          </a:p>
          <a:p>
            <a:pPr marL="457200" lvl="0" indent="-342900" algn="just" rtl="0">
              <a:lnSpc>
                <a:spcPct val="115000"/>
              </a:lnSpc>
              <a:spcBef>
                <a:spcPts val="1000"/>
              </a:spcBef>
              <a:spcAft>
                <a:spcPts val="1000"/>
              </a:spcAft>
              <a:buClr>
                <a:schemeClr val="dk2"/>
              </a:buClr>
              <a:buSzPts val="1800"/>
              <a:buChar char="●"/>
            </a:pPr>
            <a:r>
              <a:rPr lang="en-GB" sz="1800">
                <a:solidFill>
                  <a:schemeClr val="dk2"/>
                </a:solidFill>
              </a:rPr>
              <a:t>Now files are in the local repository (head)</a:t>
            </a:r>
            <a:endParaRPr sz="18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66" name="Shape 266"/>
        <p:cNvGrpSpPr/>
        <p:nvPr/>
      </p:nvGrpSpPr>
      <p:grpSpPr>
        <a:xfrm>
          <a:off x="0" y="0"/>
          <a:ext cx="0" cy="0"/>
          <a:chOff x="0" y="0"/>
          <a:chExt cx="0" cy="0"/>
        </a:xfrm>
      </p:grpSpPr>
      <p:sp>
        <p:nvSpPr>
          <p:cNvPr id="267" name="Google Shape;267;p44"/>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268" name="Google Shape;268;p44"/>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Now each time you make changes in your files and save it, it won’t be automatically updated on GitHub. </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All the changes we made in the file are updated in the local repository. Now to update the changes to the master:</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Add the origin, i.e., where to put the code -</a:t>
            </a:r>
            <a:endParaRPr sz="1800">
              <a:solidFill>
                <a:schemeClr val="dk2"/>
              </a:solidFill>
            </a:endParaRPr>
          </a:p>
          <a:p>
            <a:pPr marL="914400" lvl="1" indent="-342900" algn="just" rtl="0">
              <a:lnSpc>
                <a:spcPct val="115000"/>
              </a:lnSpc>
              <a:spcBef>
                <a:spcPts val="1000"/>
              </a:spcBef>
              <a:spcAft>
                <a:spcPts val="0"/>
              </a:spcAft>
              <a:buClr>
                <a:schemeClr val="dk2"/>
              </a:buClr>
              <a:buSzPts val="1800"/>
              <a:buChar char="○"/>
            </a:pPr>
            <a:r>
              <a:rPr lang="en-GB" sz="1800">
                <a:solidFill>
                  <a:schemeClr val="dk2"/>
                </a:solidFill>
              </a:rPr>
              <a:t>git remote add origin remote_repository_URL (only needed for </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Then upload it to the origin</a:t>
            </a:r>
            <a:endParaRPr sz="1800">
              <a:solidFill>
                <a:schemeClr val="dk2"/>
              </a:solidFill>
            </a:endParaRPr>
          </a:p>
          <a:p>
            <a:pPr marL="914400" lvl="1" indent="-342900" algn="just" rtl="0">
              <a:lnSpc>
                <a:spcPct val="115000"/>
              </a:lnSpc>
              <a:spcBef>
                <a:spcPts val="1000"/>
              </a:spcBef>
              <a:spcAft>
                <a:spcPts val="1000"/>
              </a:spcAft>
              <a:buClr>
                <a:schemeClr val="dk2"/>
              </a:buClr>
              <a:buSzPts val="1800"/>
              <a:buChar char="○"/>
            </a:pPr>
            <a:r>
              <a:rPr lang="en-GB" sz="1800">
                <a:solidFill>
                  <a:schemeClr val="dk2"/>
                </a:solidFill>
              </a:rPr>
              <a:t>$ </a:t>
            </a:r>
            <a:r>
              <a:rPr lang="en-GB" sz="1800" b="1">
                <a:solidFill>
                  <a:schemeClr val="dk2"/>
                </a:solidFill>
              </a:rPr>
              <a:t>git push -u origin master </a:t>
            </a:r>
            <a:r>
              <a:rPr lang="en-GB" sz="1800">
                <a:solidFill>
                  <a:schemeClr val="dk2"/>
                </a:solidFill>
              </a:rPr>
              <a:t># pushes changes to origin</a:t>
            </a:r>
            <a:endParaRPr sz="180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272" name="Shape 272"/>
        <p:cNvGrpSpPr/>
        <p:nvPr/>
      </p:nvGrpSpPr>
      <p:grpSpPr>
        <a:xfrm>
          <a:off x="0" y="0"/>
          <a:ext cx="0" cy="0"/>
          <a:chOff x="0" y="0"/>
          <a:chExt cx="0" cy="0"/>
        </a:xfrm>
      </p:grpSpPr>
      <p:sp>
        <p:nvSpPr>
          <p:cNvPr id="273" name="Google Shape;273;p45"/>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274" name="Google Shape;274;p45"/>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Now check out your repository in github website. You will find your code there.</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Once you start making changes on your files and you save them, the file won’t match the last version that was committed to git. To see the changes you just made:</a:t>
            </a:r>
            <a:endParaRPr sz="1800">
              <a:solidFill>
                <a:schemeClr val="dk2"/>
              </a:solidFill>
            </a:endParaRPr>
          </a:p>
          <a:p>
            <a:pPr marL="914400" lvl="1" indent="-342900" algn="just" rtl="0">
              <a:lnSpc>
                <a:spcPct val="115000"/>
              </a:lnSpc>
              <a:spcBef>
                <a:spcPts val="1000"/>
              </a:spcBef>
              <a:spcAft>
                <a:spcPts val="1000"/>
              </a:spcAft>
              <a:buClr>
                <a:schemeClr val="dk2"/>
              </a:buClr>
              <a:buSzPts val="1800"/>
              <a:buChar char="○"/>
            </a:pPr>
            <a:r>
              <a:rPr lang="en-GB" sz="1800">
                <a:solidFill>
                  <a:schemeClr val="dk2"/>
                </a:solidFill>
              </a:rPr>
              <a:t>git diff # To show the files changes not yet staged</a:t>
            </a:r>
            <a:endParaRPr sz="1800">
              <a:solidFill>
                <a:schemeClr val="dk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278" name="Shape 278"/>
        <p:cNvGrpSpPr/>
        <p:nvPr/>
      </p:nvGrpSpPr>
      <p:grpSpPr>
        <a:xfrm>
          <a:off x="0" y="0"/>
          <a:ext cx="0" cy="0"/>
          <a:chOff x="0" y="0"/>
          <a:chExt cx="0" cy="0"/>
        </a:xfrm>
      </p:grpSpPr>
      <p:sp>
        <p:nvSpPr>
          <p:cNvPr id="279" name="Google Shape;279;p46"/>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280" name="Google Shape;280;p46"/>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Now you can choose to revert back to the last committed version by entering:</a:t>
            </a:r>
            <a:endParaRPr sz="1800">
              <a:solidFill>
                <a:schemeClr val="dk2"/>
              </a:solidFill>
            </a:endParaRPr>
          </a:p>
          <a:p>
            <a:pPr marL="0" lvl="0" indent="0" algn="just" rtl="0">
              <a:lnSpc>
                <a:spcPct val="115000"/>
              </a:lnSpc>
              <a:spcBef>
                <a:spcPts val="1000"/>
              </a:spcBef>
              <a:spcAft>
                <a:spcPts val="0"/>
              </a:spcAft>
              <a:buSzPts val="1300"/>
              <a:buNone/>
            </a:pPr>
            <a:endParaRPr sz="1800">
              <a:solidFill>
                <a:schemeClr val="dk2"/>
              </a:solidFill>
            </a:endParaRPr>
          </a:p>
          <a:p>
            <a:pPr marL="0" lvl="0" indent="0" algn="just" rtl="0">
              <a:lnSpc>
                <a:spcPct val="115000"/>
              </a:lnSpc>
              <a:spcBef>
                <a:spcPts val="1000"/>
              </a:spcBef>
              <a:spcAft>
                <a:spcPts val="0"/>
              </a:spcAft>
              <a:buSzPts val="1300"/>
              <a:buNone/>
            </a:pPr>
            <a:endParaRPr sz="1800">
              <a:solidFill>
                <a:schemeClr val="dk2"/>
              </a:solidFill>
            </a:endParaRPr>
          </a:p>
          <a:p>
            <a:pPr marL="0" lvl="0" indent="0" algn="just" rtl="0">
              <a:lnSpc>
                <a:spcPct val="115000"/>
              </a:lnSpc>
              <a:spcBef>
                <a:spcPts val="1000"/>
              </a:spcBef>
              <a:spcAft>
                <a:spcPts val="0"/>
              </a:spcAft>
              <a:buSzPts val="1300"/>
              <a:buNone/>
            </a:pPr>
            <a:endParaRPr sz="1800">
              <a:solidFill>
                <a:schemeClr val="dk2"/>
              </a:solidFill>
            </a:endParaRPr>
          </a:p>
          <a:p>
            <a:pPr marL="0" lvl="0" indent="0" algn="just" rtl="0">
              <a:lnSpc>
                <a:spcPct val="115000"/>
              </a:lnSpc>
              <a:spcBef>
                <a:spcPts val="1000"/>
              </a:spcBef>
              <a:spcAft>
                <a:spcPts val="0"/>
              </a:spcAft>
              <a:buSzPts val="1300"/>
              <a:buNone/>
            </a:pP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You can use the git log command to see the history of commits you made to your files:	       </a:t>
            </a:r>
            <a:r>
              <a:rPr lang="en-GB" sz="1500" b="1">
                <a:solidFill>
                  <a:srgbClr val="292929"/>
                </a:solidFill>
                <a:highlight>
                  <a:srgbClr val="F2F2F2"/>
                </a:highlight>
                <a:latin typeface="Courier New" panose="02070309020205020404"/>
                <a:ea typeface="Courier New" panose="02070309020205020404"/>
                <a:cs typeface="Courier New" panose="02070309020205020404"/>
                <a:sym typeface="Courier New" panose="02070309020205020404"/>
              </a:rPr>
              <a:t>git log</a:t>
            </a:r>
            <a:endParaRPr sz="2100">
              <a:solidFill>
                <a:schemeClr val="dk2"/>
              </a:solidFill>
            </a:endParaRPr>
          </a:p>
        </p:txBody>
      </p:sp>
      <p:pic>
        <p:nvPicPr>
          <p:cNvPr id="281" name="Google Shape;281;p46"/>
          <p:cNvPicPr preferRelativeResize="0"/>
          <p:nvPr/>
        </p:nvPicPr>
        <p:blipFill rotWithShape="1">
          <a:blip r:embed="rId1"/>
          <a:srcRect/>
          <a:stretch>
            <a:fillRect/>
          </a:stretch>
        </p:blipFill>
        <p:spPr>
          <a:xfrm>
            <a:off x="1266900" y="2165754"/>
            <a:ext cx="3305100" cy="145669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285" name="Shape 285"/>
        <p:cNvGrpSpPr/>
        <p:nvPr/>
      </p:nvGrpSpPr>
      <p:grpSpPr>
        <a:xfrm>
          <a:off x="0" y="0"/>
          <a:ext cx="0" cy="0"/>
          <a:chOff x="0" y="0"/>
          <a:chExt cx="0" cy="0"/>
        </a:xfrm>
      </p:grpSpPr>
      <p:sp>
        <p:nvSpPr>
          <p:cNvPr id="286" name="Google Shape;286;p47"/>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287" name="Google Shape;287;p47"/>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lnSpcReduction="20000"/>
          </a:bodyPr>
          <a:lstStyle/>
          <a:p>
            <a:pPr marL="457200" lvl="0" indent="-342900" algn="just" rtl="0">
              <a:lnSpc>
                <a:spcPct val="115000"/>
              </a:lnSpc>
              <a:spcBef>
                <a:spcPts val="1000"/>
              </a:spcBef>
              <a:spcAft>
                <a:spcPts val="0"/>
              </a:spcAft>
              <a:buClr>
                <a:schemeClr val="dk2"/>
              </a:buClr>
              <a:buSzPts val="1800"/>
              <a:buChar char="●"/>
            </a:pPr>
            <a:r>
              <a:rPr lang="en-GB" sz="2100">
                <a:solidFill>
                  <a:schemeClr val="dk2"/>
                </a:solidFill>
              </a:rPr>
              <a:t>Each time you make changes that you want to be reflected on GitHub, the following are the most common flow of commands:</a:t>
            </a:r>
            <a:endParaRPr sz="2100">
              <a:solidFill>
                <a:schemeClr val="dk2"/>
              </a:solidFill>
            </a:endParaRPr>
          </a:p>
          <a:p>
            <a:pPr marL="0" lvl="0" indent="0" algn="just" rtl="0">
              <a:lnSpc>
                <a:spcPct val="115000"/>
              </a:lnSpc>
              <a:spcBef>
                <a:spcPts val="1000"/>
              </a:spcBef>
              <a:spcAft>
                <a:spcPts val="0"/>
              </a:spcAft>
              <a:buSzPts val="1300"/>
              <a:buNone/>
            </a:pPr>
            <a:endParaRPr sz="2100">
              <a:solidFill>
                <a:schemeClr val="dk2"/>
              </a:solidFill>
            </a:endParaRPr>
          </a:p>
          <a:p>
            <a:pPr marL="0" lvl="0" indent="0" algn="just" rtl="0">
              <a:lnSpc>
                <a:spcPct val="115000"/>
              </a:lnSpc>
              <a:spcBef>
                <a:spcPts val="1000"/>
              </a:spcBef>
              <a:spcAft>
                <a:spcPts val="0"/>
              </a:spcAft>
              <a:buSzPts val="1300"/>
              <a:buNone/>
            </a:pPr>
            <a:endParaRPr sz="2100">
              <a:solidFill>
                <a:schemeClr val="dk2"/>
              </a:solidFill>
            </a:endParaRPr>
          </a:p>
          <a:p>
            <a:pPr marL="0" lvl="0" indent="0" algn="just" rtl="0">
              <a:lnSpc>
                <a:spcPct val="115000"/>
              </a:lnSpc>
              <a:spcBef>
                <a:spcPts val="1000"/>
              </a:spcBef>
              <a:spcAft>
                <a:spcPts val="0"/>
              </a:spcAft>
              <a:buSzPts val="1300"/>
              <a:buNone/>
            </a:pPr>
            <a:endParaRPr sz="2100">
              <a:solidFill>
                <a:schemeClr val="dk2"/>
              </a:solidFill>
            </a:endParaRPr>
          </a:p>
          <a:p>
            <a:pPr marL="457200" lvl="0" indent="-361950" algn="just" rtl="0">
              <a:lnSpc>
                <a:spcPct val="115000"/>
              </a:lnSpc>
              <a:spcBef>
                <a:spcPts val="1000"/>
              </a:spcBef>
              <a:spcAft>
                <a:spcPts val="0"/>
              </a:spcAft>
              <a:buClr>
                <a:schemeClr val="dk2"/>
              </a:buClr>
              <a:buSzPts val="2100"/>
              <a:buChar char="●"/>
            </a:pPr>
            <a:r>
              <a:rPr lang="en-GB" sz="2100">
                <a:solidFill>
                  <a:schemeClr val="dk2"/>
                </a:solidFill>
              </a:rPr>
              <a:t>Now if we go and see our repo, we can identify whether the commit was successful by looking at the commit message for each file.</a:t>
            </a:r>
            <a:endParaRPr sz="2100">
              <a:solidFill>
                <a:schemeClr val="dk2"/>
              </a:solidFill>
            </a:endParaRPr>
          </a:p>
        </p:txBody>
      </p:sp>
      <p:pic>
        <p:nvPicPr>
          <p:cNvPr id="288" name="Google Shape;288;p47"/>
          <p:cNvPicPr preferRelativeResize="0"/>
          <p:nvPr/>
        </p:nvPicPr>
        <p:blipFill rotWithShape="1">
          <a:blip r:embed="rId1"/>
          <a:srcRect/>
          <a:stretch>
            <a:fillRect/>
          </a:stretch>
        </p:blipFill>
        <p:spPr>
          <a:xfrm>
            <a:off x="1294228" y="2567488"/>
            <a:ext cx="7123924" cy="98302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292" name="Shape 292"/>
        <p:cNvGrpSpPr/>
        <p:nvPr/>
      </p:nvGrpSpPr>
      <p:grpSpPr>
        <a:xfrm>
          <a:off x="0" y="0"/>
          <a:ext cx="0" cy="0"/>
          <a:chOff x="0" y="0"/>
          <a:chExt cx="0" cy="0"/>
        </a:xfrm>
      </p:grpSpPr>
      <p:sp>
        <p:nvSpPr>
          <p:cNvPr id="293" name="Google Shape;293;p48"/>
          <p:cNvSpPr txBox="1"/>
          <p:nvPr>
            <p:ph type="ctrTitle"/>
          </p:nvPr>
        </p:nvSpPr>
        <p:spPr>
          <a:xfrm>
            <a:off x="727950" y="2350750"/>
            <a:ext cx="7688100" cy="10533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4200"/>
              <a:buNone/>
            </a:pPr>
            <a:r>
              <a:rPr lang="en-GB" sz="5000"/>
              <a:t>Working on other repos</a:t>
            </a:r>
            <a:endParaRPr sz="50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297" name="Shape 297"/>
        <p:cNvGrpSpPr/>
        <p:nvPr/>
      </p:nvGrpSpPr>
      <p:grpSpPr>
        <a:xfrm>
          <a:off x="0" y="0"/>
          <a:ext cx="0" cy="0"/>
          <a:chOff x="0" y="0"/>
          <a:chExt cx="0" cy="0"/>
        </a:xfrm>
      </p:grpSpPr>
      <p:sp>
        <p:nvSpPr>
          <p:cNvPr id="298" name="Google Shape;298;p49"/>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299" name="Google Shape;299;p49"/>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1000"/>
              </a:spcBef>
              <a:spcAft>
                <a:spcPts val="0"/>
              </a:spcAft>
              <a:buSzPts val="1300"/>
              <a:buNone/>
            </a:pPr>
            <a:r>
              <a:rPr lang="en-GB" sz="1800">
                <a:solidFill>
                  <a:schemeClr val="dk2"/>
                </a:solidFill>
              </a:rPr>
              <a:t>Cloning a Git Repo:</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Locate to the directory you want to clone the repo. Copy the link of the repository you want and enter the following:</a:t>
            </a:r>
            <a:endParaRPr sz="1800">
              <a:solidFill>
                <a:schemeClr val="dk2"/>
              </a:solidFill>
            </a:endParaRPr>
          </a:p>
          <a:p>
            <a:pPr marL="914400" lvl="1" indent="-342900" algn="just" rtl="0">
              <a:lnSpc>
                <a:spcPct val="115000"/>
              </a:lnSpc>
              <a:spcBef>
                <a:spcPts val="1000"/>
              </a:spcBef>
              <a:spcAft>
                <a:spcPts val="0"/>
              </a:spcAft>
              <a:buClr>
                <a:schemeClr val="dk2"/>
              </a:buClr>
              <a:buSzPts val="1800"/>
              <a:buChar char="○"/>
            </a:pPr>
            <a:r>
              <a:rPr lang="en-GB" sz="1800">
                <a:solidFill>
                  <a:schemeClr val="dk2"/>
                </a:solidFill>
              </a:rPr>
              <a:t>git clone remote_repository_URL</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Try it with </a:t>
            </a:r>
            <a:r>
              <a:rPr lang="en-GB" sz="1800" u="sng">
                <a:solidFill>
                  <a:schemeClr val="hlink"/>
                </a:solidFill>
                <a:hlinkClick r:id="rId1"/>
              </a:rPr>
              <a:t>this repo</a:t>
            </a:r>
            <a:r>
              <a:rPr lang="en-GB" sz="1800">
                <a:solidFill>
                  <a:schemeClr val="dk2"/>
                </a:solidFill>
              </a:rPr>
              <a:t> (or any other repo).</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Now you can work on the files you want and commit to changes locally. </a:t>
            </a:r>
            <a:endParaRPr sz="1800">
              <a:solidFill>
                <a:schemeClr val="dk2"/>
              </a:solidFill>
            </a:endParaRPr>
          </a:p>
          <a:p>
            <a:pPr marL="457200" lvl="0" indent="-342900" algn="just" rtl="0">
              <a:lnSpc>
                <a:spcPct val="115000"/>
              </a:lnSpc>
              <a:spcBef>
                <a:spcPts val="1000"/>
              </a:spcBef>
              <a:spcAft>
                <a:spcPts val="1000"/>
              </a:spcAft>
              <a:buClr>
                <a:schemeClr val="dk2"/>
              </a:buClr>
              <a:buSzPts val="1800"/>
              <a:buChar char="●"/>
            </a:pPr>
            <a:r>
              <a:rPr lang="en-GB" sz="1800">
                <a:solidFill>
                  <a:schemeClr val="dk2"/>
                </a:solidFill>
              </a:rPr>
              <a:t>If you want to push changes to that repository you either have to be added as a collaborator, which we will discuss later.</a:t>
            </a:r>
            <a:endParaRPr sz="180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303" name="Shape 303"/>
        <p:cNvGrpSpPr/>
        <p:nvPr/>
      </p:nvGrpSpPr>
      <p:grpSpPr>
        <a:xfrm>
          <a:off x="0" y="0"/>
          <a:ext cx="0" cy="0"/>
          <a:chOff x="0" y="0"/>
          <a:chExt cx="0" cy="0"/>
        </a:xfrm>
      </p:grpSpPr>
      <p:sp>
        <p:nvSpPr>
          <p:cNvPr id="304" name="Google Shape;304;p50"/>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305" name="Google Shape;305;p50"/>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1000"/>
              </a:spcBef>
              <a:spcAft>
                <a:spcPts val="0"/>
              </a:spcAft>
              <a:buSzPts val="1300"/>
              <a:buNone/>
            </a:pPr>
            <a:r>
              <a:rPr lang="en-GB" sz="2000" b="1">
                <a:solidFill>
                  <a:schemeClr val="dk2"/>
                </a:solidFill>
              </a:rPr>
              <a:t>Fixing mistakes and backtracking</a:t>
            </a:r>
            <a:endParaRPr sz="2000" b="1">
              <a:solidFill>
                <a:schemeClr val="dk2"/>
              </a:solidFill>
            </a:endParaRPr>
          </a:p>
          <a:p>
            <a:pPr marL="0" lvl="0" indent="0" algn="just" rtl="0">
              <a:lnSpc>
                <a:spcPct val="115000"/>
              </a:lnSpc>
              <a:spcBef>
                <a:spcPts val="1000"/>
              </a:spcBef>
              <a:spcAft>
                <a:spcPts val="1000"/>
              </a:spcAft>
              <a:buSzPts val="1300"/>
              <a:buNone/>
            </a:pPr>
            <a:endParaRPr sz="1800">
              <a:solidFill>
                <a:schemeClr val="dk2"/>
              </a:solidFill>
            </a:endParaRPr>
          </a:p>
        </p:txBody>
      </p:sp>
      <p:pic>
        <p:nvPicPr>
          <p:cNvPr id="306" name="Google Shape;306;p50"/>
          <p:cNvPicPr preferRelativeResize="0"/>
          <p:nvPr/>
        </p:nvPicPr>
        <p:blipFill rotWithShape="1">
          <a:blip r:embed="rId1"/>
          <a:srcRect/>
          <a:stretch>
            <a:fillRect/>
          </a:stretch>
        </p:blipFill>
        <p:spPr>
          <a:xfrm>
            <a:off x="63700" y="1866900"/>
            <a:ext cx="9020175" cy="32766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310" name="Shape 310"/>
        <p:cNvGrpSpPr/>
        <p:nvPr/>
      </p:nvGrpSpPr>
      <p:grpSpPr>
        <a:xfrm>
          <a:off x="0" y="0"/>
          <a:ext cx="0" cy="0"/>
          <a:chOff x="0" y="0"/>
          <a:chExt cx="0" cy="0"/>
        </a:xfrm>
      </p:grpSpPr>
      <p:sp>
        <p:nvSpPr>
          <p:cNvPr id="311" name="Google Shape;311;p51"/>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312" name="Google Shape;312;p51"/>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1000"/>
              </a:spcBef>
              <a:spcAft>
                <a:spcPts val="0"/>
              </a:spcAft>
              <a:buSzPts val="1300"/>
              <a:buNone/>
            </a:pPr>
            <a:r>
              <a:rPr lang="en-GB" sz="2000" b="1">
                <a:solidFill>
                  <a:schemeClr val="dk2"/>
                </a:solidFill>
              </a:rPr>
              <a:t>Fixing mistakes and backtracking</a:t>
            </a:r>
            <a:endParaRPr sz="2000" b="1">
              <a:solidFill>
                <a:schemeClr val="dk2"/>
              </a:solidFill>
            </a:endParaRPr>
          </a:p>
          <a:p>
            <a:pPr marL="0" lvl="0" indent="0" algn="just" rtl="0">
              <a:lnSpc>
                <a:spcPct val="115000"/>
              </a:lnSpc>
              <a:spcBef>
                <a:spcPts val="1000"/>
              </a:spcBef>
              <a:spcAft>
                <a:spcPts val="1000"/>
              </a:spcAft>
              <a:buSzPts val="1300"/>
              <a:buNone/>
            </a:pPr>
            <a:endParaRPr sz="1800">
              <a:solidFill>
                <a:schemeClr val="dk2"/>
              </a:solidFill>
            </a:endParaRPr>
          </a:p>
        </p:txBody>
      </p:sp>
      <p:pic>
        <p:nvPicPr>
          <p:cNvPr id="313" name="Google Shape;313;p51"/>
          <p:cNvPicPr preferRelativeResize="0"/>
          <p:nvPr/>
        </p:nvPicPr>
        <p:blipFill rotWithShape="1">
          <a:blip r:embed="rId1"/>
          <a:srcRect/>
          <a:stretch>
            <a:fillRect/>
          </a:stretch>
        </p:blipFill>
        <p:spPr>
          <a:xfrm>
            <a:off x="70325" y="1326061"/>
            <a:ext cx="9143999" cy="374072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317" name="Shape 317"/>
        <p:cNvGrpSpPr/>
        <p:nvPr/>
      </p:nvGrpSpPr>
      <p:grpSpPr>
        <a:xfrm>
          <a:off x="0" y="0"/>
          <a:ext cx="0" cy="0"/>
          <a:chOff x="0" y="0"/>
          <a:chExt cx="0" cy="0"/>
        </a:xfrm>
      </p:grpSpPr>
      <p:sp>
        <p:nvSpPr>
          <p:cNvPr id="318" name="Google Shape;318;p52"/>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319" name="Google Shape;319;p52"/>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One more thing is the .gitignore file. </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.gitignore tells git which files (or patterns) it should ignore. </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It's usually used to avoid committing transient files from your working directory that aren't useful to other collaborators, such as compilation products, temporary files IDEs create, etc.</a:t>
            </a:r>
            <a:endParaRPr sz="1800">
              <a:solidFill>
                <a:schemeClr val="dk2"/>
              </a:solidFill>
            </a:endParaRPr>
          </a:p>
          <a:p>
            <a:pPr marL="457200" lvl="0" indent="-342900" algn="just" rtl="0">
              <a:lnSpc>
                <a:spcPct val="115000"/>
              </a:lnSpc>
              <a:spcBef>
                <a:spcPts val="1000"/>
              </a:spcBef>
              <a:spcAft>
                <a:spcPts val="1000"/>
              </a:spcAft>
              <a:buClr>
                <a:schemeClr val="dk2"/>
              </a:buClr>
              <a:buSzPts val="1800"/>
              <a:buChar char="●"/>
            </a:pPr>
            <a:r>
              <a:rPr lang="en-GB" sz="1800">
                <a:solidFill>
                  <a:schemeClr val="dk2"/>
                </a:solidFill>
              </a:rPr>
              <a:t>A sample gitignore file may look like this - </a:t>
            </a:r>
            <a:endParaRPr sz="1800">
              <a:solidFill>
                <a:schemeClr val="dk2"/>
              </a:solidFill>
            </a:endParaRPr>
          </a:p>
        </p:txBody>
      </p:sp>
      <p:pic>
        <p:nvPicPr>
          <p:cNvPr id="320" name="Google Shape;320;p52"/>
          <p:cNvPicPr preferRelativeResize="0"/>
          <p:nvPr/>
        </p:nvPicPr>
        <p:blipFill rotWithShape="1">
          <a:blip r:embed="rId1"/>
          <a:srcRect/>
          <a:stretch>
            <a:fillRect/>
          </a:stretch>
        </p:blipFill>
        <p:spPr>
          <a:xfrm>
            <a:off x="1323532" y="3753157"/>
            <a:ext cx="1770600" cy="11852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324" name="Shape 324"/>
        <p:cNvGrpSpPr/>
        <p:nvPr/>
      </p:nvGrpSpPr>
      <p:grpSpPr>
        <a:xfrm>
          <a:off x="0" y="0"/>
          <a:ext cx="0" cy="0"/>
          <a:chOff x="0" y="0"/>
          <a:chExt cx="0" cy="0"/>
        </a:xfrm>
      </p:grpSpPr>
      <p:sp>
        <p:nvSpPr>
          <p:cNvPr id="325" name="Google Shape;325;p53"/>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326" name="Google Shape;326;p53"/>
          <p:cNvSpPr txBox="1"/>
          <p:nvPr>
            <p:ph type="body" idx="1"/>
          </p:nvPr>
        </p:nvSpPr>
        <p:spPr>
          <a:xfrm>
            <a:off x="729450" y="1326050"/>
            <a:ext cx="5679900" cy="3465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1000"/>
              </a:spcBef>
              <a:spcAft>
                <a:spcPts val="0"/>
              </a:spcAft>
              <a:buSzPts val="1300"/>
              <a:buNone/>
            </a:pPr>
            <a:r>
              <a:rPr lang="en-GB" sz="1800">
                <a:solidFill>
                  <a:schemeClr val="dk2"/>
                </a:solidFill>
              </a:rPr>
              <a:t>Ignore all files that - </a:t>
            </a:r>
            <a:endParaRPr sz="1800">
              <a:solidFill>
                <a:schemeClr val="dk2"/>
              </a:solidFill>
            </a:endParaRPr>
          </a:p>
          <a:p>
            <a:pPr marL="457200" lvl="0" indent="-342900" algn="just" rtl="0">
              <a:lnSpc>
                <a:spcPct val="115000"/>
              </a:lnSpc>
              <a:spcBef>
                <a:spcPts val="1000"/>
              </a:spcBef>
              <a:spcAft>
                <a:spcPts val="0"/>
              </a:spcAft>
              <a:buClr>
                <a:schemeClr val="dk2"/>
              </a:buClr>
              <a:buSzPts val="1800"/>
              <a:buAutoNum type="arabicPeriod"/>
            </a:pPr>
            <a:r>
              <a:rPr lang="en-GB" sz="1800">
                <a:solidFill>
                  <a:schemeClr val="dk2"/>
                </a:solidFill>
              </a:rPr>
              <a:t>Have any name with extension </a:t>
            </a:r>
            <a:r>
              <a:rPr lang="en-GB" sz="1800" i="1">
                <a:solidFill>
                  <a:schemeClr val="dk2"/>
                </a:solidFill>
              </a:rPr>
              <a:t>.cmake</a:t>
            </a:r>
            <a:endParaRPr sz="1800" i="1">
              <a:solidFill>
                <a:schemeClr val="dk2"/>
              </a:solidFill>
            </a:endParaRPr>
          </a:p>
          <a:p>
            <a:pPr marL="457200" lvl="0" indent="-342900" algn="just" rtl="0">
              <a:lnSpc>
                <a:spcPct val="115000"/>
              </a:lnSpc>
              <a:spcBef>
                <a:spcPts val="0"/>
              </a:spcBef>
              <a:spcAft>
                <a:spcPts val="0"/>
              </a:spcAft>
              <a:buClr>
                <a:schemeClr val="dk2"/>
              </a:buClr>
              <a:buSzPts val="1800"/>
              <a:buAutoNum type="arabicPeriod"/>
            </a:pPr>
            <a:r>
              <a:rPr lang="en-GB" sz="1800">
                <a:solidFill>
                  <a:schemeClr val="dk2"/>
                </a:solidFill>
              </a:rPr>
              <a:t>Have any name with extension </a:t>
            </a:r>
            <a:r>
              <a:rPr lang="en-GB" sz="1800" i="1">
                <a:solidFill>
                  <a:schemeClr val="dk2"/>
                </a:solidFill>
              </a:rPr>
              <a:t>.DS_Store</a:t>
            </a:r>
            <a:endParaRPr sz="1800" i="1">
              <a:solidFill>
                <a:schemeClr val="dk2"/>
              </a:solidFill>
            </a:endParaRPr>
          </a:p>
          <a:p>
            <a:pPr marL="457200" lvl="0" indent="-342900" algn="just" rtl="0">
              <a:lnSpc>
                <a:spcPct val="115000"/>
              </a:lnSpc>
              <a:spcBef>
                <a:spcPts val="0"/>
              </a:spcBef>
              <a:spcAft>
                <a:spcPts val="0"/>
              </a:spcAft>
              <a:buClr>
                <a:schemeClr val="dk2"/>
              </a:buClr>
              <a:buSzPts val="1800"/>
              <a:buAutoNum type="arabicPeriod"/>
            </a:pPr>
            <a:r>
              <a:rPr lang="en-GB" sz="1800">
                <a:solidFill>
                  <a:schemeClr val="dk2"/>
                </a:solidFill>
              </a:rPr>
              <a:t>Is exactly name </a:t>
            </a:r>
            <a:r>
              <a:rPr lang="en-GB" sz="1800" i="1">
                <a:solidFill>
                  <a:schemeClr val="dk2"/>
                </a:solidFill>
              </a:rPr>
              <a:t>.user</a:t>
            </a:r>
            <a:endParaRPr sz="1800" i="1">
              <a:solidFill>
                <a:schemeClr val="dk2"/>
              </a:solidFill>
            </a:endParaRPr>
          </a:p>
          <a:p>
            <a:pPr marL="457200" lvl="0" indent="-342900" algn="just" rtl="0">
              <a:lnSpc>
                <a:spcPct val="115000"/>
              </a:lnSpc>
              <a:spcBef>
                <a:spcPts val="0"/>
              </a:spcBef>
              <a:spcAft>
                <a:spcPts val="0"/>
              </a:spcAft>
              <a:buClr>
                <a:schemeClr val="dk2"/>
              </a:buClr>
              <a:buSzPts val="1800"/>
              <a:buAutoNum type="arabicPeriod"/>
            </a:pPr>
            <a:r>
              <a:rPr lang="en-GB" sz="1800">
                <a:solidFill>
                  <a:schemeClr val="dk2"/>
                </a:solidFill>
              </a:rPr>
              <a:t>Is exactly named </a:t>
            </a:r>
            <a:r>
              <a:rPr lang="en-GB" sz="1800" i="1">
                <a:solidFill>
                  <a:schemeClr val="dk2"/>
                </a:solidFill>
              </a:rPr>
              <a:t>build</a:t>
            </a:r>
            <a:endParaRPr sz="1800" i="1">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To exclude directories, we write -</a:t>
            </a:r>
            <a:endParaRPr sz="1800">
              <a:solidFill>
                <a:schemeClr val="dk2"/>
              </a:solidFill>
            </a:endParaRPr>
          </a:p>
          <a:p>
            <a:pPr marL="0" lvl="0" indent="457200" algn="just" rtl="0">
              <a:lnSpc>
                <a:spcPct val="115000"/>
              </a:lnSpc>
              <a:spcBef>
                <a:spcPts val="1000"/>
              </a:spcBef>
              <a:spcAft>
                <a:spcPts val="0"/>
              </a:spcAft>
              <a:buSzPts val="1300"/>
              <a:buNone/>
            </a:pPr>
            <a:r>
              <a:rPr lang="en-GB" sz="1800">
                <a:solidFill>
                  <a:schemeClr val="dk2"/>
                </a:solidFill>
              </a:rPr>
              <a:t>/folderName/</a:t>
            </a:r>
            <a:endParaRPr sz="1800">
              <a:solidFill>
                <a:schemeClr val="dk2"/>
              </a:solidFill>
            </a:endParaRPr>
          </a:p>
          <a:p>
            <a:pPr marL="0" lvl="0" indent="0" algn="just" rtl="0">
              <a:lnSpc>
                <a:spcPct val="115000"/>
              </a:lnSpc>
              <a:spcBef>
                <a:spcPts val="1000"/>
              </a:spcBef>
              <a:spcAft>
                <a:spcPts val="1000"/>
              </a:spcAft>
              <a:buSzPts val="1300"/>
              <a:buNone/>
            </a:pPr>
            <a:endParaRPr sz="1800">
              <a:solidFill>
                <a:schemeClr val="dk2"/>
              </a:solidFill>
            </a:endParaRPr>
          </a:p>
        </p:txBody>
      </p:sp>
      <p:pic>
        <p:nvPicPr>
          <p:cNvPr id="327" name="Google Shape;327;p53"/>
          <p:cNvPicPr preferRelativeResize="0"/>
          <p:nvPr/>
        </p:nvPicPr>
        <p:blipFill rotWithShape="1">
          <a:blip r:embed="rId1"/>
          <a:srcRect/>
          <a:stretch>
            <a:fillRect/>
          </a:stretch>
        </p:blipFill>
        <p:spPr>
          <a:xfrm>
            <a:off x="6838732" y="2407007"/>
            <a:ext cx="1770600" cy="11852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331" name="Shape 331"/>
        <p:cNvGrpSpPr/>
        <p:nvPr/>
      </p:nvGrpSpPr>
      <p:grpSpPr>
        <a:xfrm>
          <a:off x="0" y="0"/>
          <a:ext cx="0" cy="0"/>
          <a:chOff x="0" y="0"/>
          <a:chExt cx="0" cy="0"/>
        </a:xfrm>
      </p:grpSpPr>
      <p:sp>
        <p:nvSpPr>
          <p:cNvPr id="332" name="Google Shape;332;p54"/>
          <p:cNvSpPr txBox="1"/>
          <p:nvPr>
            <p:ph type="ctrTitle"/>
          </p:nvPr>
        </p:nvSpPr>
        <p:spPr>
          <a:xfrm>
            <a:off x="727950" y="2350750"/>
            <a:ext cx="7688100" cy="10533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4200"/>
              <a:buNone/>
            </a:pPr>
            <a:r>
              <a:rPr lang="en-GB" sz="5000"/>
              <a:t>Collaborating on github</a:t>
            </a:r>
            <a:endParaRPr sz="50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336" name="Shape 336"/>
        <p:cNvGrpSpPr/>
        <p:nvPr/>
      </p:nvGrpSpPr>
      <p:grpSpPr>
        <a:xfrm>
          <a:off x="0" y="0"/>
          <a:ext cx="0" cy="0"/>
          <a:chOff x="0" y="0"/>
          <a:chExt cx="0" cy="0"/>
        </a:xfrm>
      </p:grpSpPr>
      <p:sp>
        <p:nvSpPr>
          <p:cNvPr id="337" name="Google Shape;337;p55"/>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338" name="Google Shape;338;p55"/>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1000"/>
              </a:spcBef>
              <a:spcAft>
                <a:spcPts val="0"/>
              </a:spcAft>
              <a:buSzPts val="1300"/>
              <a:buNone/>
            </a:pPr>
            <a:r>
              <a:rPr lang="en-GB" sz="1800">
                <a:solidFill>
                  <a:schemeClr val="dk2"/>
                </a:solidFill>
              </a:rPr>
              <a:t>You’re a team player, so you’re going to need to add your team to your repo so they can collaborate. </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Once your team is added as collaborators they’ll be able to push, merge, and a ton of other destructive things so make sure you’re only adding your teammates.</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Click on the “Settings” tab of your rep, then “Collaborators” then search for Github users and add them by clicking “Add Collaborator”:</a:t>
            </a:r>
            <a:endParaRPr sz="1800">
              <a:solidFill>
                <a:schemeClr val="dk2"/>
              </a:solidFill>
            </a:endParaRPr>
          </a:p>
          <a:p>
            <a:pPr marL="0" lvl="0" indent="0" algn="just" rtl="0">
              <a:lnSpc>
                <a:spcPct val="115000"/>
              </a:lnSpc>
              <a:spcBef>
                <a:spcPts val="1000"/>
              </a:spcBef>
              <a:spcAft>
                <a:spcPts val="1000"/>
              </a:spcAft>
              <a:buSzPts val="1300"/>
              <a:buNone/>
            </a:pPr>
            <a:endParaRPr sz="1800">
              <a:solidFill>
                <a:schemeClr val="dk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342" name="Shape 342"/>
        <p:cNvGrpSpPr/>
        <p:nvPr/>
      </p:nvGrpSpPr>
      <p:grpSpPr>
        <a:xfrm>
          <a:off x="0" y="0"/>
          <a:ext cx="0" cy="0"/>
          <a:chOff x="0" y="0"/>
          <a:chExt cx="0" cy="0"/>
        </a:xfrm>
      </p:grpSpPr>
      <p:sp>
        <p:nvSpPr>
          <p:cNvPr id="343" name="Google Shape;343;p56"/>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344" name="Google Shape;344;p56"/>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1000"/>
              </a:spcBef>
              <a:spcAft>
                <a:spcPts val="1000"/>
              </a:spcAft>
              <a:buSzPts val="1300"/>
              <a:buNone/>
            </a:pPr>
            <a:endParaRPr sz="1800">
              <a:solidFill>
                <a:schemeClr val="dk2"/>
              </a:solidFill>
            </a:endParaRPr>
          </a:p>
        </p:txBody>
      </p:sp>
      <p:pic>
        <p:nvPicPr>
          <p:cNvPr id="345" name="Google Shape;345;p56"/>
          <p:cNvPicPr preferRelativeResize="0"/>
          <p:nvPr/>
        </p:nvPicPr>
        <p:blipFill rotWithShape="1">
          <a:blip r:embed="rId1"/>
          <a:srcRect/>
          <a:stretch>
            <a:fillRect/>
          </a:stretch>
        </p:blipFill>
        <p:spPr>
          <a:xfrm>
            <a:off x="1238250" y="1707300"/>
            <a:ext cx="6667500" cy="25527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349" name="Shape 349"/>
        <p:cNvGrpSpPr/>
        <p:nvPr/>
      </p:nvGrpSpPr>
      <p:grpSpPr>
        <a:xfrm>
          <a:off x="0" y="0"/>
          <a:ext cx="0" cy="0"/>
          <a:chOff x="0" y="0"/>
          <a:chExt cx="0" cy="0"/>
        </a:xfrm>
      </p:grpSpPr>
      <p:sp>
        <p:nvSpPr>
          <p:cNvPr id="350" name="Google Shape;350;p57"/>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351" name="Google Shape;351;p57"/>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1000"/>
              </a:spcBef>
              <a:spcAft>
                <a:spcPts val="0"/>
              </a:spcAft>
              <a:buSzPts val="1300"/>
              <a:buNone/>
            </a:pPr>
            <a:r>
              <a:rPr lang="en-GB" sz="1800">
                <a:solidFill>
                  <a:schemeClr val="dk2"/>
                </a:solidFill>
              </a:rPr>
              <a:t>They’ll receive an email letting them know you added them and will be listed as a collaborator.</a:t>
            </a:r>
            <a:endParaRPr sz="1800">
              <a:solidFill>
                <a:schemeClr val="dk2"/>
              </a:solidFill>
            </a:endParaRPr>
          </a:p>
          <a:p>
            <a:pPr marL="0" lvl="0" indent="0" algn="just" rtl="0">
              <a:lnSpc>
                <a:spcPct val="115000"/>
              </a:lnSpc>
              <a:spcBef>
                <a:spcPts val="1000"/>
              </a:spcBef>
              <a:spcAft>
                <a:spcPts val="0"/>
              </a:spcAft>
              <a:buSzPts val="1300"/>
              <a:buNone/>
            </a:pPr>
            <a:endParaRPr sz="1800">
              <a:solidFill>
                <a:schemeClr val="dk2"/>
              </a:solidFill>
            </a:endParaRPr>
          </a:p>
          <a:p>
            <a:pPr marL="0" lvl="0" indent="0" algn="just" rtl="0">
              <a:lnSpc>
                <a:spcPct val="115000"/>
              </a:lnSpc>
              <a:spcBef>
                <a:spcPts val="1000"/>
              </a:spcBef>
              <a:spcAft>
                <a:spcPts val="1000"/>
              </a:spcAft>
              <a:buSzPts val="1300"/>
              <a:buNone/>
            </a:pPr>
            <a:endParaRPr sz="1800">
              <a:solidFill>
                <a:schemeClr val="dk2"/>
              </a:solidFill>
            </a:endParaRPr>
          </a:p>
        </p:txBody>
      </p:sp>
      <p:pic>
        <p:nvPicPr>
          <p:cNvPr id="352" name="Google Shape;352;p57"/>
          <p:cNvPicPr preferRelativeResize="0"/>
          <p:nvPr/>
        </p:nvPicPr>
        <p:blipFill rotWithShape="1">
          <a:blip r:embed="rId1"/>
          <a:srcRect/>
          <a:stretch>
            <a:fillRect/>
          </a:stretch>
        </p:blipFill>
        <p:spPr>
          <a:xfrm>
            <a:off x="1240050" y="2126100"/>
            <a:ext cx="6667500" cy="24384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356" name="Shape 356"/>
        <p:cNvGrpSpPr/>
        <p:nvPr/>
      </p:nvGrpSpPr>
      <p:grpSpPr>
        <a:xfrm>
          <a:off x="0" y="0"/>
          <a:ext cx="0" cy="0"/>
          <a:chOff x="0" y="0"/>
          <a:chExt cx="0" cy="0"/>
        </a:xfrm>
      </p:grpSpPr>
      <p:sp>
        <p:nvSpPr>
          <p:cNvPr id="357" name="Google Shape;357;p58"/>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358" name="Google Shape;358;p58"/>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1000"/>
              </a:spcBef>
              <a:spcAft>
                <a:spcPts val="0"/>
              </a:spcAft>
              <a:buSzPts val="1300"/>
              <a:buNone/>
            </a:pPr>
            <a:r>
              <a:rPr lang="en-GB" sz="1800">
                <a:solidFill>
                  <a:schemeClr val="dk2"/>
                </a:solidFill>
              </a:rPr>
              <a:t>If you’re a collaborator, go to the Github Repo page, Git Clone the project, and cd into the directory. </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Don’t fork it! Forking will copy it in a new Repo to your Github page, but you don’t want that — you want to collaborate on the same Github Repo with your teammates.</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Now go to your folder of choice on your machine and type this command in git bash - git clone &lt;repo url&gt; </a:t>
            </a:r>
            <a:endParaRPr sz="1800">
              <a:solidFill>
                <a:schemeClr val="dk2"/>
              </a:solidFill>
            </a:endParaRPr>
          </a:p>
          <a:p>
            <a:pPr marL="0" lvl="0" indent="0" algn="just" rtl="0">
              <a:lnSpc>
                <a:spcPct val="115000"/>
              </a:lnSpc>
              <a:spcBef>
                <a:spcPts val="1000"/>
              </a:spcBef>
              <a:spcAft>
                <a:spcPts val="1000"/>
              </a:spcAft>
              <a:buSzPts val="1300"/>
              <a:buNone/>
            </a:pPr>
            <a:r>
              <a:rPr lang="en-GB" sz="1800">
                <a:solidFill>
                  <a:schemeClr val="dk2"/>
                </a:solidFill>
              </a:rPr>
              <a:t>Now you are ready to collaborate.</a:t>
            </a:r>
            <a:endParaRPr sz="1800">
              <a:solidFill>
                <a:schemeClr val="dk2"/>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362" name="Shape 362"/>
        <p:cNvGrpSpPr/>
        <p:nvPr/>
      </p:nvGrpSpPr>
      <p:grpSpPr>
        <a:xfrm>
          <a:off x="0" y="0"/>
          <a:ext cx="0" cy="0"/>
          <a:chOff x="0" y="0"/>
          <a:chExt cx="0" cy="0"/>
        </a:xfrm>
      </p:grpSpPr>
      <p:sp>
        <p:nvSpPr>
          <p:cNvPr id="363" name="Google Shape;363;p59"/>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364" name="Google Shape;364;p59"/>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1000"/>
              </a:spcBef>
              <a:spcAft>
                <a:spcPts val="1000"/>
              </a:spcAft>
              <a:buSzPts val="1300"/>
              <a:buNone/>
            </a:pPr>
            <a:r>
              <a:rPr lang="en-GB" sz="1800">
                <a:solidFill>
                  <a:schemeClr val="dk2"/>
                </a:solidFill>
              </a:rPr>
              <a:t>For collaboration, you and your teammates would be working on different branches. Branches are literal branches in your workflow. </a:t>
            </a:r>
            <a:endParaRPr sz="1800">
              <a:solidFill>
                <a:schemeClr val="dk2"/>
              </a:solidFill>
            </a:endParaRPr>
          </a:p>
        </p:txBody>
      </p:sp>
      <p:pic>
        <p:nvPicPr>
          <p:cNvPr id="365" name="Google Shape;365;p59"/>
          <p:cNvPicPr preferRelativeResize="0"/>
          <p:nvPr/>
        </p:nvPicPr>
        <p:blipFill rotWithShape="1">
          <a:blip r:embed="rId1"/>
          <a:srcRect/>
          <a:stretch>
            <a:fillRect/>
          </a:stretch>
        </p:blipFill>
        <p:spPr>
          <a:xfrm>
            <a:off x="1790525" y="2132451"/>
            <a:ext cx="5566549" cy="28522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369" name="Shape 369"/>
        <p:cNvGrpSpPr/>
        <p:nvPr/>
      </p:nvGrpSpPr>
      <p:grpSpPr>
        <a:xfrm>
          <a:off x="0" y="0"/>
          <a:ext cx="0" cy="0"/>
          <a:chOff x="0" y="0"/>
          <a:chExt cx="0" cy="0"/>
        </a:xfrm>
      </p:grpSpPr>
      <p:sp>
        <p:nvSpPr>
          <p:cNvPr id="370" name="Google Shape;370;p60"/>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371" name="Google Shape;371;p60"/>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1000"/>
              </a:spcBef>
              <a:spcAft>
                <a:spcPts val="0"/>
              </a:spcAft>
              <a:buSzPts val="1300"/>
              <a:buNone/>
            </a:pPr>
            <a:r>
              <a:rPr lang="en-GB" sz="1800">
                <a:solidFill>
                  <a:schemeClr val="dk2"/>
                </a:solidFill>
              </a:rPr>
              <a:t>By default, we have everything on the master branch. Let’s say we have this in readme.md in master branch - </a:t>
            </a:r>
            <a:endParaRPr sz="1800">
              <a:solidFill>
                <a:schemeClr val="dk2"/>
              </a:solidFill>
            </a:endParaRPr>
          </a:p>
          <a:p>
            <a:pPr marL="0" lvl="0" indent="0" algn="just" rtl="0">
              <a:lnSpc>
                <a:spcPct val="115000"/>
              </a:lnSpc>
              <a:spcBef>
                <a:spcPts val="1000"/>
              </a:spcBef>
              <a:spcAft>
                <a:spcPts val="0"/>
              </a:spcAft>
              <a:buSzPts val="1300"/>
              <a:buNone/>
            </a:pPr>
            <a:endParaRPr sz="1800">
              <a:solidFill>
                <a:schemeClr val="dk2"/>
              </a:solidFill>
            </a:endParaRPr>
          </a:p>
          <a:p>
            <a:pPr marL="0" lvl="0" indent="0" algn="just" rtl="0">
              <a:lnSpc>
                <a:spcPct val="115000"/>
              </a:lnSpc>
              <a:spcBef>
                <a:spcPts val="1000"/>
              </a:spcBef>
              <a:spcAft>
                <a:spcPts val="0"/>
              </a:spcAft>
              <a:buSzPts val="1300"/>
              <a:buNone/>
            </a:pPr>
            <a:endParaRPr sz="1800">
              <a:solidFill>
                <a:schemeClr val="dk2"/>
              </a:solidFill>
            </a:endParaRPr>
          </a:p>
          <a:p>
            <a:pPr marL="0" lvl="0" indent="0" algn="just" rtl="0">
              <a:lnSpc>
                <a:spcPct val="115000"/>
              </a:lnSpc>
              <a:spcBef>
                <a:spcPts val="1000"/>
              </a:spcBef>
              <a:spcAft>
                <a:spcPts val="0"/>
              </a:spcAft>
              <a:buSzPts val="1300"/>
              <a:buNone/>
            </a:pPr>
            <a:endParaRPr sz="1800">
              <a:solidFill>
                <a:schemeClr val="dk2"/>
              </a:solidFill>
            </a:endParaRPr>
          </a:p>
          <a:p>
            <a:pPr marL="0" lvl="0" indent="0" algn="just" rtl="0">
              <a:lnSpc>
                <a:spcPct val="115000"/>
              </a:lnSpc>
              <a:spcBef>
                <a:spcPts val="1000"/>
              </a:spcBef>
              <a:spcAft>
                <a:spcPts val="1000"/>
              </a:spcAft>
              <a:buSzPts val="1300"/>
              <a:buNone/>
            </a:pPr>
            <a:r>
              <a:rPr lang="en-GB" sz="1800">
                <a:solidFill>
                  <a:schemeClr val="dk2"/>
                </a:solidFill>
              </a:rPr>
              <a:t>Now, in order to add a new feature, you would create a new branch. Say develop branch - </a:t>
            </a:r>
            <a:endParaRPr sz="1800">
              <a:solidFill>
                <a:schemeClr val="dk2"/>
              </a:solidFill>
            </a:endParaRPr>
          </a:p>
        </p:txBody>
      </p:sp>
      <p:pic>
        <p:nvPicPr>
          <p:cNvPr id="372" name="Google Shape;372;p60"/>
          <p:cNvPicPr preferRelativeResize="0"/>
          <p:nvPr/>
        </p:nvPicPr>
        <p:blipFill rotWithShape="1">
          <a:blip r:embed="rId1"/>
          <a:srcRect/>
          <a:stretch>
            <a:fillRect/>
          </a:stretch>
        </p:blipFill>
        <p:spPr>
          <a:xfrm>
            <a:off x="819475" y="2195500"/>
            <a:ext cx="3999625" cy="10292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376" name="Shape 376"/>
        <p:cNvGrpSpPr/>
        <p:nvPr/>
      </p:nvGrpSpPr>
      <p:grpSpPr>
        <a:xfrm>
          <a:off x="0" y="0"/>
          <a:ext cx="0" cy="0"/>
          <a:chOff x="0" y="0"/>
          <a:chExt cx="0" cy="0"/>
        </a:xfrm>
      </p:grpSpPr>
      <p:sp>
        <p:nvSpPr>
          <p:cNvPr id="377" name="Google Shape;377;p61"/>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378" name="Google Shape;378;p61"/>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1000"/>
              </a:spcBef>
              <a:spcAft>
                <a:spcPts val="0"/>
              </a:spcAft>
              <a:buClr>
                <a:schemeClr val="dk2"/>
              </a:buClr>
              <a:buSzPts val="1800"/>
              <a:buAutoNum type="arabicPeriod"/>
            </a:pPr>
            <a:r>
              <a:rPr lang="en-GB" sz="1800">
                <a:solidFill>
                  <a:schemeClr val="dk2"/>
                </a:solidFill>
              </a:rPr>
              <a:t>Create a branch</a:t>
            </a:r>
            <a:endParaRPr sz="1800">
              <a:solidFill>
                <a:schemeClr val="dk2"/>
              </a:solidFill>
            </a:endParaRPr>
          </a:p>
          <a:p>
            <a:pPr marL="457200" lvl="0" indent="-342900" algn="just" rtl="0">
              <a:lnSpc>
                <a:spcPct val="115000"/>
              </a:lnSpc>
              <a:spcBef>
                <a:spcPts val="0"/>
              </a:spcBef>
              <a:spcAft>
                <a:spcPts val="0"/>
              </a:spcAft>
              <a:buClr>
                <a:schemeClr val="dk2"/>
              </a:buClr>
              <a:buSzPts val="1800"/>
              <a:buAutoNum type="arabicPeriod"/>
            </a:pPr>
            <a:r>
              <a:rPr lang="en-GB" sz="1800">
                <a:solidFill>
                  <a:schemeClr val="dk2"/>
                </a:solidFill>
              </a:rPr>
              <a:t>Check existing branches (We are in master branch now)</a:t>
            </a:r>
            <a:endParaRPr sz="1800">
              <a:solidFill>
                <a:schemeClr val="dk2"/>
              </a:solidFill>
            </a:endParaRPr>
          </a:p>
          <a:p>
            <a:pPr marL="457200" lvl="0" indent="-342900" algn="just" rtl="0">
              <a:lnSpc>
                <a:spcPct val="115000"/>
              </a:lnSpc>
              <a:spcBef>
                <a:spcPts val="0"/>
              </a:spcBef>
              <a:spcAft>
                <a:spcPts val="0"/>
              </a:spcAft>
              <a:buClr>
                <a:schemeClr val="dk2"/>
              </a:buClr>
              <a:buSzPts val="1800"/>
              <a:buAutoNum type="arabicPeriod"/>
            </a:pPr>
            <a:r>
              <a:rPr lang="en-GB" sz="1800">
                <a:solidFill>
                  <a:schemeClr val="dk2"/>
                </a:solidFill>
              </a:rPr>
              <a:t>Switch to </a:t>
            </a:r>
            <a:r>
              <a:rPr lang="en-GB" sz="1800" i="1">
                <a:solidFill>
                  <a:schemeClr val="dk2"/>
                </a:solidFill>
              </a:rPr>
              <a:t>develop </a:t>
            </a:r>
            <a:r>
              <a:rPr lang="en-GB" sz="1800">
                <a:solidFill>
                  <a:schemeClr val="dk2"/>
                </a:solidFill>
              </a:rPr>
              <a:t>branch</a:t>
            </a:r>
            <a:endParaRPr sz="1800">
              <a:solidFill>
                <a:schemeClr val="dk2"/>
              </a:solidFill>
            </a:endParaRPr>
          </a:p>
        </p:txBody>
      </p:sp>
      <p:pic>
        <p:nvPicPr>
          <p:cNvPr id="379" name="Google Shape;379;p61"/>
          <p:cNvPicPr preferRelativeResize="0"/>
          <p:nvPr/>
        </p:nvPicPr>
        <p:blipFill rotWithShape="1">
          <a:blip r:embed="rId1"/>
          <a:srcRect/>
          <a:stretch>
            <a:fillRect/>
          </a:stretch>
        </p:blipFill>
        <p:spPr>
          <a:xfrm>
            <a:off x="1866900" y="2478275"/>
            <a:ext cx="5410200" cy="17240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383" name="Shape 383"/>
        <p:cNvGrpSpPr/>
        <p:nvPr/>
      </p:nvGrpSpPr>
      <p:grpSpPr>
        <a:xfrm>
          <a:off x="0" y="0"/>
          <a:ext cx="0" cy="0"/>
          <a:chOff x="0" y="0"/>
          <a:chExt cx="0" cy="0"/>
        </a:xfrm>
      </p:grpSpPr>
      <p:sp>
        <p:nvSpPr>
          <p:cNvPr id="384" name="Google Shape;384;p62"/>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385" name="Google Shape;385;p62"/>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1000"/>
              </a:spcBef>
              <a:spcAft>
                <a:spcPts val="0"/>
              </a:spcAft>
              <a:buSzPts val="1300"/>
              <a:buNone/>
            </a:pPr>
            <a:r>
              <a:rPr lang="en-GB" sz="1800">
                <a:solidFill>
                  <a:schemeClr val="dk2"/>
                </a:solidFill>
              </a:rPr>
              <a:t>Now, make necessary changes in develop branch and hit git add and commit.</a:t>
            </a:r>
            <a:endParaRPr sz="1800">
              <a:solidFill>
                <a:schemeClr val="dk2"/>
              </a:solidFill>
            </a:endParaRPr>
          </a:p>
          <a:p>
            <a:pPr marL="0" lvl="0" indent="0" algn="just" rtl="0">
              <a:lnSpc>
                <a:spcPct val="115000"/>
              </a:lnSpc>
              <a:spcBef>
                <a:spcPts val="1000"/>
              </a:spcBef>
              <a:spcAft>
                <a:spcPts val="0"/>
              </a:spcAft>
              <a:buSzPts val="1300"/>
              <a:buNone/>
            </a:pPr>
            <a:endParaRPr sz="1800">
              <a:solidFill>
                <a:schemeClr val="dk2"/>
              </a:solidFill>
            </a:endParaRPr>
          </a:p>
          <a:p>
            <a:pPr marL="0" lvl="0" indent="0" algn="just" rtl="0">
              <a:lnSpc>
                <a:spcPct val="115000"/>
              </a:lnSpc>
              <a:spcBef>
                <a:spcPts val="1000"/>
              </a:spcBef>
              <a:spcAft>
                <a:spcPts val="0"/>
              </a:spcAft>
              <a:buSzPts val="1300"/>
              <a:buNone/>
            </a:pPr>
            <a:endParaRPr sz="1800">
              <a:solidFill>
                <a:schemeClr val="dk2"/>
              </a:solidFill>
            </a:endParaRPr>
          </a:p>
          <a:p>
            <a:pPr marL="0" lvl="0" indent="0" algn="just" rtl="0">
              <a:lnSpc>
                <a:spcPct val="115000"/>
              </a:lnSpc>
              <a:spcBef>
                <a:spcPts val="1000"/>
              </a:spcBef>
              <a:spcAft>
                <a:spcPts val="0"/>
              </a:spcAft>
              <a:buSzPts val="1300"/>
              <a:buNone/>
            </a:pPr>
            <a:endParaRPr sz="1800">
              <a:solidFill>
                <a:schemeClr val="dk2"/>
              </a:solidFill>
            </a:endParaRPr>
          </a:p>
          <a:p>
            <a:pPr marL="0" lvl="0" indent="0" algn="just" rtl="0">
              <a:lnSpc>
                <a:spcPct val="115000"/>
              </a:lnSpc>
              <a:spcBef>
                <a:spcPts val="1000"/>
              </a:spcBef>
              <a:spcAft>
                <a:spcPts val="0"/>
              </a:spcAft>
              <a:buSzPts val="1300"/>
              <a:buNone/>
            </a:pPr>
            <a:endParaRPr sz="1800">
              <a:solidFill>
                <a:schemeClr val="dk2"/>
              </a:solidFill>
            </a:endParaRPr>
          </a:p>
          <a:p>
            <a:pPr marL="0" lvl="0" indent="0" algn="just" rtl="0">
              <a:lnSpc>
                <a:spcPct val="115000"/>
              </a:lnSpc>
              <a:spcBef>
                <a:spcPts val="1000"/>
              </a:spcBef>
              <a:spcAft>
                <a:spcPts val="1000"/>
              </a:spcAft>
              <a:buSzPts val="1300"/>
              <a:buNone/>
            </a:pPr>
            <a:r>
              <a:rPr lang="en-GB" sz="1800">
                <a:solidFill>
                  <a:schemeClr val="dk2"/>
                </a:solidFill>
              </a:rPr>
              <a:t>If you want to push to remote repo, then type git push -u origin develop</a:t>
            </a:r>
            <a:endParaRPr sz="1800">
              <a:solidFill>
                <a:schemeClr val="dk2"/>
              </a:solidFill>
            </a:endParaRPr>
          </a:p>
        </p:txBody>
      </p:sp>
      <p:pic>
        <p:nvPicPr>
          <p:cNvPr id="386" name="Google Shape;386;p62"/>
          <p:cNvPicPr preferRelativeResize="0"/>
          <p:nvPr/>
        </p:nvPicPr>
        <p:blipFill rotWithShape="1">
          <a:blip r:embed="rId1"/>
          <a:srcRect/>
          <a:stretch>
            <a:fillRect/>
          </a:stretch>
        </p:blipFill>
        <p:spPr>
          <a:xfrm>
            <a:off x="857550" y="2183775"/>
            <a:ext cx="3534675" cy="13122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390" name="Shape 390"/>
        <p:cNvGrpSpPr/>
        <p:nvPr/>
      </p:nvGrpSpPr>
      <p:grpSpPr>
        <a:xfrm>
          <a:off x="0" y="0"/>
          <a:ext cx="0" cy="0"/>
          <a:chOff x="0" y="0"/>
          <a:chExt cx="0" cy="0"/>
        </a:xfrm>
      </p:grpSpPr>
      <p:sp>
        <p:nvSpPr>
          <p:cNvPr id="391" name="Google Shape;391;p63"/>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392" name="Google Shape;392;p63"/>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1000"/>
              </a:spcBef>
              <a:spcAft>
                <a:spcPts val="0"/>
              </a:spcAft>
              <a:buSzPts val="1300"/>
              <a:buNone/>
            </a:pPr>
            <a:r>
              <a:rPr lang="en-GB" sz="1800">
                <a:solidFill>
                  <a:schemeClr val="dk2"/>
                </a:solidFill>
              </a:rPr>
              <a:t>You will get the following error - </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	fatal: The current branch dev has no upstream branch.</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The error is self explanatory. To fix it, try this (for first time only) - </a:t>
            </a:r>
            <a:endParaRPr sz="1800">
              <a:solidFill>
                <a:schemeClr val="dk2"/>
              </a:solidFill>
            </a:endParaRPr>
          </a:p>
          <a:p>
            <a:pPr marL="0" lvl="0" indent="0" algn="just" rtl="0">
              <a:lnSpc>
                <a:spcPct val="115000"/>
              </a:lnSpc>
              <a:spcBef>
                <a:spcPts val="1000"/>
              </a:spcBef>
              <a:spcAft>
                <a:spcPts val="1000"/>
              </a:spcAft>
              <a:buSzPts val="1300"/>
              <a:buNone/>
            </a:pPr>
            <a:r>
              <a:rPr lang="en-GB" sz="1800">
                <a:solidFill>
                  <a:schemeClr val="dk2"/>
                </a:solidFill>
              </a:rPr>
              <a:t>	git push --set-upstream origin develop</a:t>
            </a:r>
            <a:endParaRPr sz="1800">
              <a:solidFill>
                <a:schemeClr val="dk2"/>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396" name="Shape 396"/>
        <p:cNvGrpSpPr/>
        <p:nvPr/>
      </p:nvGrpSpPr>
      <p:grpSpPr>
        <a:xfrm>
          <a:off x="0" y="0"/>
          <a:ext cx="0" cy="0"/>
          <a:chOff x="0" y="0"/>
          <a:chExt cx="0" cy="0"/>
        </a:xfrm>
      </p:grpSpPr>
      <p:sp>
        <p:nvSpPr>
          <p:cNvPr id="397" name="Google Shape;397;p64"/>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398" name="Google Shape;398;p64"/>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1000"/>
              </a:spcBef>
              <a:spcAft>
                <a:spcPts val="0"/>
              </a:spcAft>
              <a:buSzPts val="1300"/>
              <a:buNone/>
            </a:pPr>
            <a:r>
              <a:rPr lang="en-GB" sz="1800">
                <a:solidFill>
                  <a:schemeClr val="dk2"/>
                </a:solidFill>
              </a:rPr>
              <a:t>Now if you ever want to rollback to master branch, you can do that by -</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	git checkout master</a:t>
            </a:r>
            <a:endParaRPr sz="1800">
              <a:solidFill>
                <a:schemeClr val="dk2"/>
              </a:solidFill>
            </a:endParaRPr>
          </a:p>
          <a:p>
            <a:pPr marL="0" lvl="0" indent="0" algn="just" rtl="0">
              <a:lnSpc>
                <a:spcPct val="115000"/>
              </a:lnSpc>
              <a:spcBef>
                <a:spcPts val="1000"/>
              </a:spcBef>
              <a:spcAft>
                <a:spcPts val="1000"/>
              </a:spcAft>
              <a:buSzPts val="1300"/>
              <a:buNone/>
            </a:pPr>
            <a:r>
              <a:rPr lang="en-GB" sz="1800">
                <a:solidFill>
                  <a:schemeClr val="dk2"/>
                </a:solidFill>
              </a:rPr>
              <a:t>Notice how the contents of the file have changed.</a:t>
            </a:r>
            <a:endParaRPr sz="1800">
              <a:solidFill>
                <a:schemeClr val="dk2"/>
              </a:solidFill>
            </a:endParaRPr>
          </a:p>
        </p:txBody>
      </p:sp>
      <p:pic>
        <p:nvPicPr>
          <p:cNvPr id="399" name="Google Shape;399;p64"/>
          <p:cNvPicPr preferRelativeResize="0"/>
          <p:nvPr/>
        </p:nvPicPr>
        <p:blipFill rotWithShape="1">
          <a:blip r:embed="rId1"/>
          <a:srcRect/>
          <a:stretch>
            <a:fillRect/>
          </a:stretch>
        </p:blipFill>
        <p:spPr>
          <a:xfrm>
            <a:off x="854488" y="2739563"/>
            <a:ext cx="3838575" cy="8096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403" name="Shape 403"/>
        <p:cNvGrpSpPr/>
        <p:nvPr/>
      </p:nvGrpSpPr>
      <p:grpSpPr>
        <a:xfrm>
          <a:off x="0" y="0"/>
          <a:ext cx="0" cy="0"/>
          <a:chOff x="0" y="0"/>
          <a:chExt cx="0" cy="0"/>
        </a:xfrm>
      </p:grpSpPr>
      <p:sp>
        <p:nvSpPr>
          <p:cNvPr id="404" name="Google Shape;404;p65"/>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405" name="Google Shape;405;p65"/>
          <p:cNvSpPr txBox="1"/>
          <p:nvPr>
            <p:ph type="body" idx="1"/>
          </p:nvPr>
        </p:nvSpPr>
        <p:spPr>
          <a:xfrm>
            <a:off x="729450" y="1326050"/>
            <a:ext cx="7688700" cy="38175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1000"/>
              </a:spcBef>
              <a:spcAft>
                <a:spcPts val="0"/>
              </a:spcAft>
              <a:buSzPts val="1300"/>
              <a:buNone/>
            </a:pPr>
            <a:r>
              <a:rPr lang="en-GB" sz="1800">
                <a:solidFill>
                  <a:schemeClr val="dk2"/>
                </a:solidFill>
              </a:rPr>
              <a:t>If you want to add another feature independent of the master branch, then </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	Git checkout master</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	Git branch newFeature</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	Git checkout newFeature</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In newFeature, you will start out with the code as it was in master </a:t>
            </a:r>
            <a:endParaRPr sz="1800">
              <a:solidFill>
                <a:schemeClr val="dk2"/>
              </a:solidFill>
            </a:endParaRPr>
          </a:p>
          <a:p>
            <a:pPr marL="0" lvl="0" indent="0" algn="just" rtl="0">
              <a:lnSpc>
                <a:spcPct val="115000"/>
              </a:lnSpc>
              <a:spcBef>
                <a:spcPts val="1000"/>
              </a:spcBef>
              <a:spcAft>
                <a:spcPts val="0"/>
              </a:spcAft>
              <a:buSzPts val="1300"/>
              <a:buNone/>
            </a:pPr>
            <a:endParaRPr sz="1800">
              <a:solidFill>
                <a:schemeClr val="dk2"/>
              </a:solidFill>
            </a:endParaRPr>
          </a:p>
          <a:p>
            <a:pPr marL="0" lvl="0" indent="0" algn="just" rtl="0">
              <a:lnSpc>
                <a:spcPct val="115000"/>
              </a:lnSpc>
              <a:spcBef>
                <a:spcPts val="1000"/>
              </a:spcBef>
              <a:spcAft>
                <a:spcPts val="0"/>
              </a:spcAft>
              <a:buSzPts val="1300"/>
              <a:buNone/>
            </a:pPr>
            <a:endParaRPr sz="1800">
              <a:solidFill>
                <a:schemeClr val="dk2"/>
              </a:solidFill>
            </a:endParaRPr>
          </a:p>
          <a:p>
            <a:pPr marL="0" lvl="0" indent="0" algn="just" rtl="0">
              <a:lnSpc>
                <a:spcPct val="115000"/>
              </a:lnSpc>
              <a:spcBef>
                <a:spcPts val="1000"/>
              </a:spcBef>
              <a:spcAft>
                <a:spcPts val="1000"/>
              </a:spcAft>
              <a:buSzPts val="1300"/>
              <a:buNone/>
            </a:pPr>
            <a:r>
              <a:rPr lang="en-GB" sz="1800">
                <a:solidFill>
                  <a:schemeClr val="dk2"/>
                </a:solidFill>
              </a:rPr>
              <a:t>Now you and your teammate can work together in different branches</a:t>
            </a:r>
            <a:endParaRPr sz="1800">
              <a:solidFill>
                <a:schemeClr val="dk2"/>
              </a:solidFill>
            </a:endParaRPr>
          </a:p>
        </p:txBody>
      </p:sp>
      <p:pic>
        <p:nvPicPr>
          <p:cNvPr id="406" name="Google Shape;406;p65"/>
          <p:cNvPicPr preferRelativeResize="0"/>
          <p:nvPr/>
        </p:nvPicPr>
        <p:blipFill rotWithShape="1">
          <a:blip r:embed="rId1"/>
          <a:srcRect/>
          <a:stretch>
            <a:fillRect/>
          </a:stretch>
        </p:blipFill>
        <p:spPr>
          <a:xfrm>
            <a:off x="834388" y="3573338"/>
            <a:ext cx="3838575" cy="8096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410" name="Shape 410"/>
        <p:cNvGrpSpPr/>
        <p:nvPr/>
      </p:nvGrpSpPr>
      <p:grpSpPr>
        <a:xfrm>
          <a:off x="0" y="0"/>
          <a:ext cx="0" cy="0"/>
          <a:chOff x="0" y="0"/>
          <a:chExt cx="0" cy="0"/>
        </a:xfrm>
      </p:grpSpPr>
      <p:sp>
        <p:nvSpPr>
          <p:cNvPr id="411" name="Google Shape;411;p66"/>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412" name="Google Shape;412;p66"/>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1000"/>
              </a:spcBef>
              <a:spcAft>
                <a:spcPts val="0"/>
              </a:spcAft>
              <a:buSzPts val="1300"/>
              <a:buNone/>
            </a:pPr>
            <a:r>
              <a:rPr lang="en-GB" sz="1800">
                <a:solidFill>
                  <a:schemeClr val="dk2"/>
                </a:solidFill>
              </a:rPr>
              <a:t>But let’s say that you think develop branch has too much work  and would like someone to help you. </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In that case, you can create another branch from develop branch - </a:t>
            </a:r>
            <a:endParaRPr sz="1800">
              <a:solidFill>
                <a:schemeClr val="dk2"/>
              </a:solidFill>
            </a:endParaRPr>
          </a:p>
          <a:p>
            <a:pPr marL="0" lvl="0" indent="457200" algn="just" rtl="0">
              <a:lnSpc>
                <a:spcPct val="115000"/>
              </a:lnSpc>
              <a:spcBef>
                <a:spcPts val="1000"/>
              </a:spcBef>
              <a:spcAft>
                <a:spcPts val="0"/>
              </a:spcAft>
              <a:buSzPts val="1300"/>
              <a:buNone/>
            </a:pPr>
            <a:r>
              <a:rPr lang="en-GB" sz="1800">
                <a:solidFill>
                  <a:schemeClr val="dk2"/>
                </a:solidFill>
              </a:rPr>
              <a:t>Git checkout develop</a:t>
            </a:r>
            <a:endParaRPr sz="1800">
              <a:solidFill>
                <a:schemeClr val="dk2"/>
              </a:solidFill>
            </a:endParaRPr>
          </a:p>
          <a:p>
            <a:pPr marL="0" lvl="0" indent="0" algn="just" rtl="0">
              <a:lnSpc>
                <a:spcPct val="115000"/>
              </a:lnSpc>
              <a:spcBef>
                <a:spcPts val="0"/>
              </a:spcBef>
              <a:spcAft>
                <a:spcPts val="0"/>
              </a:spcAft>
              <a:buSzPts val="1300"/>
              <a:buNone/>
            </a:pPr>
            <a:r>
              <a:rPr lang="en-GB" sz="1800">
                <a:solidFill>
                  <a:schemeClr val="dk2"/>
                </a:solidFill>
              </a:rPr>
              <a:t>	Git branch newFeature2</a:t>
            </a:r>
            <a:endParaRPr sz="1800">
              <a:solidFill>
                <a:schemeClr val="dk2"/>
              </a:solidFill>
            </a:endParaRPr>
          </a:p>
          <a:p>
            <a:pPr marL="0" lvl="0" indent="0" algn="just" rtl="0">
              <a:lnSpc>
                <a:spcPct val="115000"/>
              </a:lnSpc>
              <a:spcBef>
                <a:spcPts val="0"/>
              </a:spcBef>
              <a:spcAft>
                <a:spcPts val="0"/>
              </a:spcAft>
              <a:buSzPts val="1300"/>
              <a:buNone/>
            </a:pPr>
            <a:r>
              <a:rPr lang="en-GB" sz="1800">
                <a:solidFill>
                  <a:schemeClr val="dk2"/>
                </a:solidFill>
              </a:rPr>
              <a:t>	Git checkout newFeature2</a:t>
            </a:r>
            <a:endParaRPr sz="1800">
              <a:solidFill>
                <a:schemeClr val="dk2"/>
              </a:solidFill>
            </a:endParaRPr>
          </a:p>
          <a:p>
            <a:pPr marL="0" lvl="0" indent="0" algn="just" rtl="0">
              <a:lnSpc>
                <a:spcPct val="115000"/>
              </a:lnSpc>
              <a:spcBef>
                <a:spcPts val="1000"/>
              </a:spcBef>
              <a:spcAft>
                <a:spcPts val="1000"/>
              </a:spcAft>
              <a:buSzPts val="1300"/>
              <a:buNone/>
            </a:pPr>
            <a:r>
              <a:rPr lang="en-GB" sz="1800">
                <a:solidFill>
                  <a:schemeClr val="dk2"/>
                </a:solidFill>
              </a:rPr>
              <a:t>Now you start out with the code as it was in develop branch - </a:t>
            </a:r>
            <a:endParaRPr sz="1800">
              <a:solidFill>
                <a:schemeClr val="dk2"/>
              </a:solidFill>
            </a:endParaRPr>
          </a:p>
        </p:txBody>
      </p:sp>
      <p:pic>
        <p:nvPicPr>
          <p:cNvPr id="413" name="Google Shape;413;p66"/>
          <p:cNvPicPr preferRelativeResize="0"/>
          <p:nvPr/>
        </p:nvPicPr>
        <p:blipFill rotWithShape="1">
          <a:blip r:embed="rId1"/>
          <a:srcRect t="16555"/>
          <a:stretch>
            <a:fillRect/>
          </a:stretch>
        </p:blipFill>
        <p:spPr>
          <a:xfrm>
            <a:off x="1037325" y="3978175"/>
            <a:ext cx="3534675" cy="10950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417" name="Shape 417"/>
        <p:cNvGrpSpPr/>
        <p:nvPr/>
      </p:nvGrpSpPr>
      <p:grpSpPr>
        <a:xfrm>
          <a:off x="0" y="0"/>
          <a:ext cx="0" cy="0"/>
          <a:chOff x="0" y="0"/>
          <a:chExt cx="0" cy="0"/>
        </a:xfrm>
      </p:grpSpPr>
      <p:sp>
        <p:nvSpPr>
          <p:cNvPr id="418" name="Google Shape;418;p67"/>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419" name="Google Shape;419;p67"/>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1000"/>
              </a:spcBef>
              <a:spcAft>
                <a:spcPts val="0"/>
              </a:spcAft>
              <a:buSzPts val="1300"/>
              <a:buNone/>
            </a:pPr>
            <a:r>
              <a:rPr lang="en-GB" sz="1800">
                <a:solidFill>
                  <a:schemeClr val="dk2"/>
                </a:solidFill>
              </a:rPr>
              <a:t>When you are done with working on a branch, you would want to merge them with master. </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To merge newFeature2 with develop - </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	Git checkout develop</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	Git pull</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	Git merge newFeature2</a:t>
            </a:r>
            <a:endParaRPr sz="1800">
              <a:solidFill>
                <a:schemeClr val="dk2"/>
              </a:solidFill>
            </a:endParaRPr>
          </a:p>
          <a:p>
            <a:pPr marL="0" lvl="0" indent="0" algn="just" rtl="0">
              <a:lnSpc>
                <a:spcPct val="115000"/>
              </a:lnSpc>
              <a:spcBef>
                <a:spcPts val="1000"/>
              </a:spcBef>
              <a:spcAft>
                <a:spcPts val="1000"/>
              </a:spcAft>
              <a:buSzPts val="1300"/>
              <a:buNone/>
            </a:pPr>
            <a:r>
              <a:rPr lang="en-GB" sz="1800">
                <a:solidFill>
                  <a:schemeClr val="dk2"/>
                </a:solidFill>
              </a:rPr>
              <a:t>	Git push -u origin develop</a:t>
            </a:r>
            <a:endParaRPr sz="1800">
              <a:solidFill>
                <a:schemeClr val="dk2"/>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423" name="Shape 423"/>
        <p:cNvGrpSpPr/>
        <p:nvPr/>
      </p:nvGrpSpPr>
      <p:grpSpPr>
        <a:xfrm>
          <a:off x="0" y="0"/>
          <a:ext cx="0" cy="0"/>
          <a:chOff x="0" y="0"/>
          <a:chExt cx="0" cy="0"/>
        </a:xfrm>
      </p:grpSpPr>
      <p:sp>
        <p:nvSpPr>
          <p:cNvPr id="424" name="Google Shape;424;p68"/>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425" name="Google Shape;425;p68"/>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lnSpcReduction="20000"/>
          </a:bodyPr>
          <a:lstStyle/>
          <a:p>
            <a:pPr marL="0" lvl="0" indent="0" algn="just" rtl="0">
              <a:lnSpc>
                <a:spcPct val="115000"/>
              </a:lnSpc>
              <a:spcBef>
                <a:spcPts val="1000"/>
              </a:spcBef>
              <a:spcAft>
                <a:spcPts val="0"/>
              </a:spcAft>
              <a:buSzPts val="1300"/>
              <a:buNone/>
            </a:pPr>
            <a:r>
              <a:rPr lang="en-GB" sz="1800">
                <a:solidFill>
                  <a:schemeClr val="dk2"/>
                </a:solidFill>
              </a:rPr>
              <a:t>To merge develop with master - </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	Git checkout master</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	Git pull</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	Git merge develop</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	Git push -u origin master</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Before merging, you should ALWAYS test the branch in question thoroughly. </a:t>
            </a:r>
            <a:endParaRPr sz="1800">
              <a:solidFill>
                <a:schemeClr val="dk2"/>
              </a:solidFill>
            </a:endParaRPr>
          </a:p>
          <a:p>
            <a:pPr marL="0" lvl="0" indent="0" algn="just" rtl="0">
              <a:lnSpc>
                <a:spcPct val="115000"/>
              </a:lnSpc>
              <a:spcBef>
                <a:spcPts val="1000"/>
              </a:spcBef>
              <a:spcAft>
                <a:spcPts val="1000"/>
              </a:spcAft>
              <a:buSzPts val="1300"/>
              <a:buNone/>
            </a:pPr>
            <a:r>
              <a:rPr lang="en-GB" sz="1800">
                <a:solidFill>
                  <a:schemeClr val="dk2"/>
                </a:solidFill>
              </a:rPr>
              <a:t>The idea is that the </a:t>
            </a:r>
            <a:r>
              <a:rPr lang="en-GB" sz="1800" b="1">
                <a:solidFill>
                  <a:schemeClr val="dk2"/>
                </a:solidFill>
              </a:rPr>
              <a:t>master branch should always be deployable</a:t>
            </a:r>
            <a:r>
              <a:rPr lang="en-GB" sz="1800">
                <a:solidFill>
                  <a:schemeClr val="dk2"/>
                </a:solidFill>
              </a:rPr>
              <a:t> and should not contain any work in progress. </a:t>
            </a:r>
            <a:endParaRPr sz="1800">
              <a:solidFill>
                <a:schemeClr val="dk2"/>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429" name="Shape 429"/>
        <p:cNvGrpSpPr/>
        <p:nvPr/>
      </p:nvGrpSpPr>
      <p:grpSpPr>
        <a:xfrm>
          <a:off x="0" y="0"/>
          <a:ext cx="0" cy="0"/>
          <a:chOff x="0" y="0"/>
          <a:chExt cx="0" cy="0"/>
        </a:xfrm>
      </p:grpSpPr>
      <p:sp>
        <p:nvSpPr>
          <p:cNvPr id="430" name="Google Shape;430;p69"/>
          <p:cNvSpPr txBox="1"/>
          <p:nvPr>
            <p:ph type="ctrTitle"/>
          </p:nvPr>
        </p:nvSpPr>
        <p:spPr>
          <a:xfrm>
            <a:off x="727950" y="2350750"/>
            <a:ext cx="7688100" cy="10533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4200"/>
              <a:buNone/>
            </a:pPr>
            <a:r>
              <a:rPr lang="en-GB" sz="5000"/>
              <a:t>Resolving conflicts</a:t>
            </a:r>
            <a:endParaRPr sz="50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434" name="Shape 434"/>
        <p:cNvGrpSpPr/>
        <p:nvPr/>
      </p:nvGrpSpPr>
      <p:grpSpPr>
        <a:xfrm>
          <a:off x="0" y="0"/>
          <a:ext cx="0" cy="0"/>
          <a:chOff x="0" y="0"/>
          <a:chExt cx="0" cy="0"/>
        </a:xfrm>
      </p:grpSpPr>
      <p:sp>
        <p:nvSpPr>
          <p:cNvPr id="435" name="Google Shape;435;p70"/>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436" name="Google Shape;436;p70"/>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1000"/>
              </a:spcBef>
              <a:spcAft>
                <a:spcPts val="0"/>
              </a:spcAft>
              <a:buSzPts val="1300"/>
              <a:buNone/>
            </a:pPr>
            <a:r>
              <a:rPr lang="en-GB" sz="1800">
                <a:solidFill>
                  <a:schemeClr val="dk2"/>
                </a:solidFill>
              </a:rPr>
              <a:t>Sometimes two developers will change the same line of code in two different ways; in such a case, Git can't tell which version is correct—that's something only a developer can decide.</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If this happens, a developer will see the following error during a git merge:</a:t>
            </a:r>
            <a:endParaRPr sz="1800">
              <a:solidFill>
                <a:schemeClr val="dk2"/>
              </a:solidFill>
            </a:endParaRPr>
          </a:p>
          <a:p>
            <a:pPr marL="0" lvl="0" indent="0" algn="just" rtl="0">
              <a:lnSpc>
                <a:spcPct val="115000"/>
              </a:lnSpc>
              <a:spcBef>
                <a:spcPts val="1000"/>
              </a:spcBef>
              <a:spcAft>
                <a:spcPts val="0"/>
              </a:spcAft>
              <a:buSzPts val="1300"/>
              <a:buNone/>
            </a:pPr>
            <a:endParaRPr sz="1800">
              <a:solidFill>
                <a:schemeClr val="dk2"/>
              </a:solidFill>
            </a:endParaRPr>
          </a:p>
          <a:p>
            <a:pPr marL="0" lvl="0" indent="0" algn="just" rtl="0">
              <a:lnSpc>
                <a:spcPct val="115000"/>
              </a:lnSpc>
              <a:spcBef>
                <a:spcPts val="1000"/>
              </a:spcBef>
              <a:spcAft>
                <a:spcPts val="1000"/>
              </a:spcAft>
              <a:buSzPts val="1300"/>
              <a:buNone/>
            </a:pPr>
            <a:endParaRPr sz="1800">
              <a:solidFill>
                <a:schemeClr val="dk2"/>
              </a:solidFill>
            </a:endParaRPr>
          </a:p>
        </p:txBody>
      </p:sp>
      <p:pic>
        <p:nvPicPr>
          <p:cNvPr id="437" name="Google Shape;437;p70"/>
          <p:cNvPicPr preferRelativeResize="0"/>
          <p:nvPr/>
        </p:nvPicPr>
        <p:blipFill rotWithShape="1">
          <a:blip r:embed="rId1"/>
          <a:srcRect/>
          <a:stretch>
            <a:fillRect/>
          </a:stretch>
        </p:blipFill>
        <p:spPr>
          <a:xfrm>
            <a:off x="860375" y="3027775"/>
            <a:ext cx="6221375" cy="8700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441" name="Shape 441"/>
        <p:cNvGrpSpPr/>
        <p:nvPr/>
      </p:nvGrpSpPr>
      <p:grpSpPr>
        <a:xfrm>
          <a:off x="0" y="0"/>
          <a:ext cx="0" cy="0"/>
          <a:chOff x="0" y="0"/>
          <a:chExt cx="0" cy="0"/>
        </a:xfrm>
      </p:grpSpPr>
      <p:sp>
        <p:nvSpPr>
          <p:cNvPr id="442" name="Google Shape;442;p71"/>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443" name="Google Shape;443;p71"/>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In a branch "branch_to_create_merge_conflict", lets say the readme.md file is as shown below</a:t>
            </a:r>
            <a:endParaRPr sz="1800">
              <a:solidFill>
                <a:schemeClr val="dk2"/>
              </a:solidFill>
            </a:endParaRPr>
          </a:p>
          <a:p>
            <a:pPr marL="0" lvl="0" indent="0" algn="just" rtl="0">
              <a:lnSpc>
                <a:spcPct val="115000"/>
              </a:lnSpc>
              <a:spcBef>
                <a:spcPts val="1000"/>
              </a:spcBef>
              <a:spcAft>
                <a:spcPts val="0"/>
              </a:spcAft>
              <a:buSzPts val="1300"/>
              <a:buNone/>
            </a:pPr>
            <a:endParaRPr sz="1800">
              <a:solidFill>
                <a:schemeClr val="dk2"/>
              </a:solidFill>
            </a:endParaRPr>
          </a:p>
          <a:p>
            <a:pPr marL="0" lvl="0" indent="0" algn="just" rtl="0">
              <a:lnSpc>
                <a:spcPct val="115000"/>
              </a:lnSpc>
              <a:spcBef>
                <a:spcPts val="1000"/>
              </a:spcBef>
              <a:spcAft>
                <a:spcPts val="0"/>
              </a:spcAft>
              <a:buSzPts val="1300"/>
              <a:buNone/>
            </a:pP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In master branch - </a:t>
            </a:r>
            <a:endParaRPr sz="1800">
              <a:solidFill>
                <a:schemeClr val="dk2"/>
              </a:solidFill>
            </a:endParaRPr>
          </a:p>
        </p:txBody>
      </p:sp>
      <p:pic>
        <p:nvPicPr>
          <p:cNvPr id="444" name="Google Shape;444;p71"/>
          <p:cNvPicPr preferRelativeResize="0"/>
          <p:nvPr/>
        </p:nvPicPr>
        <p:blipFill rotWithShape="1">
          <a:blip r:embed="rId1"/>
          <a:srcRect/>
          <a:stretch>
            <a:fillRect/>
          </a:stretch>
        </p:blipFill>
        <p:spPr>
          <a:xfrm>
            <a:off x="1282825" y="2177575"/>
            <a:ext cx="2860775" cy="765875"/>
          </a:xfrm>
          <a:prstGeom prst="rect">
            <a:avLst/>
          </a:prstGeom>
          <a:noFill/>
          <a:ln>
            <a:noFill/>
          </a:ln>
        </p:spPr>
      </p:pic>
      <p:pic>
        <p:nvPicPr>
          <p:cNvPr id="445" name="Google Shape;445;p71"/>
          <p:cNvPicPr preferRelativeResize="0"/>
          <p:nvPr/>
        </p:nvPicPr>
        <p:blipFill rotWithShape="1">
          <a:blip r:embed="rId2"/>
          <a:srcRect/>
          <a:stretch>
            <a:fillRect/>
          </a:stretch>
        </p:blipFill>
        <p:spPr>
          <a:xfrm>
            <a:off x="1295627" y="3520702"/>
            <a:ext cx="3318792" cy="7658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449" name="Shape 449"/>
        <p:cNvGrpSpPr/>
        <p:nvPr/>
      </p:nvGrpSpPr>
      <p:grpSpPr>
        <a:xfrm>
          <a:off x="0" y="0"/>
          <a:ext cx="0" cy="0"/>
          <a:chOff x="0" y="0"/>
          <a:chExt cx="0" cy="0"/>
        </a:xfrm>
      </p:grpSpPr>
      <p:sp>
        <p:nvSpPr>
          <p:cNvPr id="450" name="Google Shape;450;p72"/>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451" name="Google Shape;451;p72"/>
          <p:cNvSpPr txBox="1"/>
          <p:nvPr>
            <p:ph type="body" idx="1"/>
          </p:nvPr>
        </p:nvSpPr>
        <p:spPr>
          <a:xfrm>
            <a:off x="729450" y="1326050"/>
            <a:ext cx="7688700" cy="34659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Now when you try </a:t>
            </a:r>
            <a:endParaRPr sz="1800">
              <a:solidFill>
                <a:schemeClr val="dk2"/>
              </a:solidFill>
            </a:endParaRPr>
          </a:p>
          <a:p>
            <a:pPr marL="914400" lvl="1" indent="-342900" algn="just" rtl="0">
              <a:lnSpc>
                <a:spcPct val="115000"/>
              </a:lnSpc>
              <a:spcBef>
                <a:spcPts val="0"/>
              </a:spcBef>
              <a:spcAft>
                <a:spcPts val="0"/>
              </a:spcAft>
              <a:buClr>
                <a:schemeClr val="dk2"/>
              </a:buClr>
              <a:buSzPts val="1800"/>
              <a:buChar char="○"/>
            </a:pPr>
            <a:r>
              <a:rPr lang="en-GB" sz="1800">
                <a:solidFill>
                  <a:schemeClr val="dk2"/>
                </a:solidFill>
              </a:rPr>
              <a:t>Git checkout master</a:t>
            </a:r>
            <a:endParaRPr sz="1800">
              <a:solidFill>
                <a:schemeClr val="dk2"/>
              </a:solidFill>
            </a:endParaRPr>
          </a:p>
          <a:p>
            <a:pPr marL="914400" lvl="1" indent="-342900" algn="just" rtl="0">
              <a:lnSpc>
                <a:spcPct val="115000"/>
              </a:lnSpc>
              <a:spcBef>
                <a:spcPts val="0"/>
              </a:spcBef>
              <a:spcAft>
                <a:spcPts val="0"/>
              </a:spcAft>
              <a:buClr>
                <a:schemeClr val="dk2"/>
              </a:buClr>
              <a:buSzPts val="1800"/>
              <a:buChar char="○"/>
            </a:pPr>
            <a:r>
              <a:rPr lang="en-GB" sz="1800">
                <a:solidFill>
                  <a:schemeClr val="dk2"/>
                </a:solidFill>
              </a:rPr>
              <a:t>Git merge branch_to_create_merge_conflict</a:t>
            </a:r>
            <a:endParaRPr sz="1800">
              <a:solidFill>
                <a:schemeClr val="dk2"/>
              </a:solidFill>
            </a:endParaRPr>
          </a:p>
          <a:p>
            <a:pPr marL="457200" lvl="0" indent="-342900" algn="just" rtl="0">
              <a:lnSpc>
                <a:spcPct val="115000"/>
              </a:lnSpc>
              <a:spcBef>
                <a:spcPts val="0"/>
              </a:spcBef>
              <a:spcAft>
                <a:spcPts val="0"/>
              </a:spcAft>
              <a:buClr>
                <a:schemeClr val="dk2"/>
              </a:buClr>
              <a:buSzPts val="1800"/>
              <a:buChar char="●"/>
            </a:pPr>
            <a:r>
              <a:rPr lang="en-GB" sz="1800">
                <a:solidFill>
                  <a:schemeClr val="dk2"/>
                </a:solidFill>
              </a:rPr>
              <a:t>You get - </a:t>
            </a:r>
            <a:endParaRPr sz="1800">
              <a:solidFill>
                <a:schemeClr val="dk2"/>
              </a:solidFill>
            </a:endParaRPr>
          </a:p>
        </p:txBody>
      </p:sp>
      <p:pic>
        <p:nvPicPr>
          <p:cNvPr id="452" name="Google Shape;452;p72"/>
          <p:cNvPicPr preferRelativeResize="0"/>
          <p:nvPr/>
        </p:nvPicPr>
        <p:blipFill rotWithShape="1">
          <a:blip r:embed="rId1"/>
          <a:srcRect/>
          <a:stretch>
            <a:fillRect/>
          </a:stretch>
        </p:blipFill>
        <p:spPr>
          <a:xfrm>
            <a:off x="1307702" y="2881300"/>
            <a:ext cx="5793325" cy="7754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456" name="Shape 456"/>
        <p:cNvGrpSpPr/>
        <p:nvPr/>
      </p:nvGrpSpPr>
      <p:grpSpPr>
        <a:xfrm>
          <a:off x="0" y="0"/>
          <a:ext cx="0" cy="0"/>
          <a:chOff x="0" y="0"/>
          <a:chExt cx="0" cy="0"/>
        </a:xfrm>
      </p:grpSpPr>
      <p:sp>
        <p:nvSpPr>
          <p:cNvPr id="457" name="Google Shape;457;p73"/>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458" name="Google Shape;458;p73"/>
          <p:cNvSpPr txBox="1"/>
          <p:nvPr>
            <p:ph type="body" idx="1"/>
          </p:nvPr>
        </p:nvSpPr>
        <p:spPr>
          <a:xfrm>
            <a:off x="729450" y="1326050"/>
            <a:ext cx="7688700" cy="36669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So you go to readme.md and witness the ugliness  - </a:t>
            </a:r>
            <a:endParaRPr sz="1800">
              <a:solidFill>
                <a:schemeClr val="dk2"/>
              </a:solidFill>
            </a:endParaRPr>
          </a:p>
          <a:p>
            <a:pPr marL="0" lvl="0" indent="0" algn="just" rtl="0">
              <a:lnSpc>
                <a:spcPct val="115000"/>
              </a:lnSpc>
              <a:spcBef>
                <a:spcPts val="1000"/>
              </a:spcBef>
              <a:spcAft>
                <a:spcPts val="0"/>
              </a:spcAft>
              <a:buSzPts val="1300"/>
              <a:buNone/>
            </a:pPr>
            <a:endParaRPr sz="1800">
              <a:solidFill>
                <a:schemeClr val="dk2"/>
              </a:solidFill>
            </a:endParaRPr>
          </a:p>
          <a:p>
            <a:pPr marL="0" lvl="0" indent="0" algn="just" rtl="0">
              <a:lnSpc>
                <a:spcPct val="115000"/>
              </a:lnSpc>
              <a:spcBef>
                <a:spcPts val="1000"/>
              </a:spcBef>
              <a:spcAft>
                <a:spcPts val="0"/>
              </a:spcAft>
              <a:buSzPts val="1300"/>
              <a:buNone/>
            </a:pPr>
            <a:endParaRPr sz="1800">
              <a:solidFill>
                <a:schemeClr val="dk2"/>
              </a:solidFill>
            </a:endParaRPr>
          </a:p>
          <a:p>
            <a:pPr marL="0" lvl="0" indent="0" algn="just" rtl="0">
              <a:lnSpc>
                <a:spcPct val="115000"/>
              </a:lnSpc>
              <a:spcBef>
                <a:spcPts val="1000"/>
              </a:spcBef>
              <a:spcAft>
                <a:spcPts val="0"/>
              </a:spcAft>
              <a:buSzPts val="1300"/>
              <a:buNone/>
            </a:pPr>
            <a:endParaRPr sz="1800">
              <a:solidFill>
                <a:schemeClr val="dk2"/>
              </a:solidFill>
            </a:endParaRPr>
          </a:p>
          <a:p>
            <a:pPr marL="0" lvl="0" indent="0" algn="just" rtl="0">
              <a:lnSpc>
                <a:spcPct val="115000"/>
              </a:lnSpc>
              <a:spcBef>
                <a:spcPts val="1000"/>
              </a:spcBef>
              <a:spcAft>
                <a:spcPts val="0"/>
              </a:spcAft>
              <a:buSzPts val="1300"/>
              <a:buNone/>
            </a:pP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As you can see, Git added some syntax including seven "less than" characters, &lt;&lt;&lt;&lt;&lt;&lt;&lt; and seven "greater than" characters, &gt;&gt;&gt;&gt;&gt;&gt;&gt;, separated by seven equal signs, =======. These can be searched using your editor to quickly find where edits need to be made.</a:t>
            </a:r>
            <a:endParaRPr sz="1800">
              <a:solidFill>
                <a:schemeClr val="dk2"/>
              </a:solidFill>
            </a:endParaRPr>
          </a:p>
        </p:txBody>
      </p:sp>
      <p:pic>
        <p:nvPicPr>
          <p:cNvPr id="459" name="Google Shape;459;p73"/>
          <p:cNvPicPr preferRelativeResize="0"/>
          <p:nvPr/>
        </p:nvPicPr>
        <p:blipFill rotWithShape="1">
          <a:blip r:embed="rId1"/>
          <a:srcRect/>
          <a:stretch>
            <a:fillRect/>
          </a:stretch>
        </p:blipFill>
        <p:spPr>
          <a:xfrm>
            <a:off x="1267825" y="1767467"/>
            <a:ext cx="3589175" cy="17485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463" name="Shape 463"/>
        <p:cNvGrpSpPr/>
        <p:nvPr/>
      </p:nvGrpSpPr>
      <p:grpSpPr>
        <a:xfrm>
          <a:off x="0" y="0"/>
          <a:ext cx="0" cy="0"/>
          <a:chOff x="0" y="0"/>
          <a:chExt cx="0" cy="0"/>
        </a:xfrm>
      </p:grpSpPr>
      <p:sp>
        <p:nvSpPr>
          <p:cNvPr id="464" name="Google Shape;464;p74"/>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465" name="Google Shape;465;p74"/>
          <p:cNvSpPr txBox="1"/>
          <p:nvPr>
            <p:ph type="body" idx="1"/>
          </p:nvPr>
        </p:nvSpPr>
        <p:spPr>
          <a:xfrm>
            <a:off x="729450" y="1326050"/>
            <a:ext cx="7688700" cy="3666900"/>
          </a:xfrm>
          <a:prstGeom prst="rect">
            <a:avLst/>
          </a:prstGeom>
          <a:noFill/>
          <a:ln>
            <a:noFill/>
          </a:ln>
        </p:spPr>
        <p:txBody>
          <a:bodyPr spcFirstLastPara="1" wrap="square" lIns="91425" tIns="91425" rIns="91425" bIns="91425" anchor="t" anchorCtr="0">
            <a:normAutofit/>
          </a:bodyPr>
          <a:lstStyle/>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That there are two sections within this block:</a:t>
            </a:r>
            <a:endParaRPr sz="1800">
              <a:solidFill>
                <a:schemeClr val="dk2"/>
              </a:solidFill>
            </a:endParaRPr>
          </a:p>
          <a:p>
            <a:pPr marL="914400" lvl="1" indent="-342900" algn="just" rtl="0">
              <a:lnSpc>
                <a:spcPct val="115000"/>
              </a:lnSpc>
              <a:spcBef>
                <a:spcPts val="1000"/>
              </a:spcBef>
              <a:spcAft>
                <a:spcPts val="0"/>
              </a:spcAft>
              <a:buClr>
                <a:schemeClr val="dk2"/>
              </a:buClr>
              <a:buSzPts val="1800"/>
              <a:buChar char="○"/>
            </a:pPr>
            <a:r>
              <a:rPr lang="en-GB" sz="1800">
                <a:solidFill>
                  <a:schemeClr val="dk2"/>
                </a:solidFill>
              </a:rPr>
              <a:t>The "less than" characters denote the current branch's edits (in this case, "HEAD," which is another word for your current branch), and the equal signs denote the end of the first section.</a:t>
            </a:r>
            <a:endParaRPr sz="1800">
              <a:solidFill>
                <a:schemeClr val="dk2"/>
              </a:solidFill>
            </a:endParaRPr>
          </a:p>
          <a:p>
            <a:pPr marL="914400" lvl="1" indent="-342900" algn="just" rtl="0">
              <a:lnSpc>
                <a:spcPct val="115000"/>
              </a:lnSpc>
              <a:spcBef>
                <a:spcPts val="1000"/>
              </a:spcBef>
              <a:spcAft>
                <a:spcPts val="0"/>
              </a:spcAft>
              <a:buClr>
                <a:schemeClr val="dk2"/>
              </a:buClr>
              <a:buSzPts val="1800"/>
              <a:buChar char="○"/>
            </a:pPr>
            <a:r>
              <a:rPr lang="en-GB" sz="1800">
                <a:solidFill>
                  <a:schemeClr val="dk2"/>
                </a:solidFill>
              </a:rPr>
              <a:t>The second section is where the edits are from the attempted merge; it starts with the equal signs and ends with the "greater than" signs.</a:t>
            </a:r>
            <a:endParaRPr sz="1800">
              <a:solidFill>
                <a:schemeClr val="dk2"/>
              </a:solidFill>
            </a:endParaRPr>
          </a:p>
          <a:p>
            <a:pPr marL="457200" lvl="0" indent="-342900" algn="just" rtl="0">
              <a:lnSpc>
                <a:spcPct val="115000"/>
              </a:lnSpc>
              <a:spcBef>
                <a:spcPts val="1000"/>
              </a:spcBef>
              <a:spcAft>
                <a:spcPts val="0"/>
              </a:spcAft>
              <a:buClr>
                <a:schemeClr val="dk2"/>
              </a:buClr>
              <a:buSzPts val="1800"/>
              <a:buChar char="●"/>
            </a:pPr>
            <a:r>
              <a:rPr lang="en-GB" sz="1800">
                <a:solidFill>
                  <a:schemeClr val="dk2"/>
                </a:solidFill>
              </a:rPr>
              <a:t>As a developer, you decide what stays and what goes. Make your edits as necessary, then close the file:</a:t>
            </a:r>
            <a:endParaRPr sz="1800">
              <a:solidFill>
                <a:schemeClr val="dk2"/>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469" name="Shape 469"/>
        <p:cNvGrpSpPr/>
        <p:nvPr/>
      </p:nvGrpSpPr>
      <p:grpSpPr>
        <a:xfrm>
          <a:off x="0" y="0"/>
          <a:ext cx="0" cy="0"/>
          <a:chOff x="0" y="0"/>
          <a:chExt cx="0" cy="0"/>
        </a:xfrm>
      </p:grpSpPr>
      <p:sp>
        <p:nvSpPr>
          <p:cNvPr id="470" name="Google Shape;470;p75"/>
          <p:cNvSpPr txBox="1"/>
          <p:nvPr>
            <p:ph type="title"/>
          </p:nvPr>
        </p:nvSpPr>
        <p:spPr>
          <a:xfrm>
            <a:off x="729450" y="562575"/>
            <a:ext cx="7688700" cy="54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GB" sz="2440"/>
              <a:t>GitHub</a:t>
            </a:r>
            <a:endParaRPr sz="2440"/>
          </a:p>
        </p:txBody>
      </p:sp>
      <p:sp>
        <p:nvSpPr>
          <p:cNvPr id="471" name="Google Shape;471;p75"/>
          <p:cNvSpPr txBox="1"/>
          <p:nvPr>
            <p:ph type="body" idx="1"/>
          </p:nvPr>
        </p:nvSpPr>
        <p:spPr>
          <a:xfrm>
            <a:off x="729450" y="1326050"/>
            <a:ext cx="7688700" cy="3666900"/>
          </a:xfrm>
          <a:prstGeom prst="rect">
            <a:avLst/>
          </a:prstGeom>
          <a:noFill/>
          <a:ln>
            <a:noFill/>
          </a:ln>
        </p:spPr>
        <p:txBody>
          <a:bodyPr spcFirstLastPara="1" wrap="square" lIns="91425" tIns="91425" rIns="91425" bIns="91425" anchor="t" anchorCtr="0">
            <a:normAutofit/>
          </a:bodyPr>
          <a:lstStyle/>
          <a:p>
            <a:pPr marL="0" lvl="0" indent="0" algn="just" rtl="0">
              <a:lnSpc>
                <a:spcPct val="115000"/>
              </a:lnSpc>
              <a:spcBef>
                <a:spcPts val="1000"/>
              </a:spcBef>
              <a:spcAft>
                <a:spcPts val="0"/>
              </a:spcAft>
              <a:buSzPts val="1300"/>
              <a:buNone/>
            </a:pPr>
            <a:endParaRPr sz="1800">
              <a:solidFill>
                <a:schemeClr val="dk2"/>
              </a:solidFill>
            </a:endParaRPr>
          </a:p>
          <a:p>
            <a:pPr marL="0" lvl="0" indent="0" algn="just" rtl="0">
              <a:lnSpc>
                <a:spcPct val="115000"/>
              </a:lnSpc>
              <a:spcBef>
                <a:spcPts val="1000"/>
              </a:spcBef>
              <a:spcAft>
                <a:spcPts val="0"/>
              </a:spcAft>
              <a:buSzPts val="1300"/>
              <a:buNone/>
            </a:pP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Now - </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	Git add .</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	Git commit -m “merged successfully”</a:t>
            </a:r>
            <a:endParaRPr sz="1800">
              <a:solidFill>
                <a:schemeClr val="dk2"/>
              </a:solidFill>
            </a:endParaRPr>
          </a:p>
          <a:p>
            <a:pPr marL="0" lvl="0" indent="0" algn="just" rtl="0">
              <a:lnSpc>
                <a:spcPct val="115000"/>
              </a:lnSpc>
              <a:spcBef>
                <a:spcPts val="1000"/>
              </a:spcBef>
              <a:spcAft>
                <a:spcPts val="0"/>
              </a:spcAft>
              <a:buSzPts val="1300"/>
              <a:buNone/>
            </a:pPr>
            <a:r>
              <a:rPr lang="en-GB" sz="1800">
                <a:solidFill>
                  <a:schemeClr val="dk2"/>
                </a:solidFill>
              </a:rPr>
              <a:t>	Git push -u origin master</a:t>
            </a:r>
            <a:endParaRPr sz="1800">
              <a:solidFill>
                <a:schemeClr val="dk2"/>
              </a:solidFill>
            </a:endParaRPr>
          </a:p>
          <a:p>
            <a:pPr marL="0" lvl="0" indent="0" algn="just" rtl="0">
              <a:lnSpc>
                <a:spcPct val="115000"/>
              </a:lnSpc>
              <a:spcBef>
                <a:spcPts val="1000"/>
              </a:spcBef>
              <a:spcAft>
                <a:spcPts val="1000"/>
              </a:spcAft>
              <a:buSzPts val="1300"/>
              <a:buNone/>
            </a:pPr>
            <a:r>
              <a:rPr lang="en-GB" sz="1800">
                <a:solidFill>
                  <a:schemeClr val="dk2"/>
                </a:solidFill>
              </a:rPr>
              <a:t>Notice that if you run into serious issues, you can abort the merge by running </a:t>
            </a:r>
            <a:r>
              <a:rPr lang="en-GB" sz="1800" i="1">
                <a:solidFill>
                  <a:schemeClr val="dk2"/>
                </a:solidFill>
              </a:rPr>
              <a:t>git merge --abort</a:t>
            </a:r>
            <a:r>
              <a:rPr lang="en-GB" sz="1800">
                <a:solidFill>
                  <a:schemeClr val="dk2"/>
                </a:solidFill>
              </a:rPr>
              <a:t> to abort the merge.</a:t>
            </a:r>
            <a:endParaRPr sz="1800">
              <a:solidFill>
                <a:schemeClr val="dk2"/>
              </a:solidFill>
            </a:endParaRPr>
          </a:p>
        </p:txBody>
      </p:sp>
      <p:pic>
        <p:nvPicPr>
          <p:cNvPr id="472" name="Google Shape;472;p75"/>
          <p:cNvPicPr preferRelativeResize="0"/>
          <p:nvPr/>
        </p:nvPicPr>
        <p:blipFill rotWithShape="1">
          <a:blip r:embed="rId1"/>
          <a:srcRect/>
          <a:stretch>
            <a:fillRect/>
          </a:stretch>
        </p:blipFill>
        <p:spPr>
          <a:xfrm>
            <a:off x="729450" y="1326038"/>
            <a:ext cx="2895600" cy="7905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476" name="Shape 476"/>
        <p:cNvGrpSpPr/>
        <p:nvPr/>
      </p:nvGrpSpPr>
      <p:grpSpPr>
        <a:xfrm>
          <a:off x="0" y="0"/>
          <a:ext cx="0" cy="0"/>
          <a:chOff x="0" y="0"/>
          <a:chExt cx="0" cy="0"/>
        </a:xfrm>
      </p:grpSpPr>
      <p:sp>
        <p:nvSpPr>
          <p:cNvPr id="477" name="Google Shape;477;p76"/>
          <p:cNvSpPr txBox="1"/>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Resources</a:t>
            </a:r>
            <a:endParaRPr lang="en-GB"/>
          </a:p>
        </p:txBody>
      </p:sp>
      <p:sp>
        <p:nvSpPr>
          <p:cNvPr id="478" name="Google Shape;478;p76"/>
          <p:cNvSpPr txBox="1"/>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An article on basic git commands -</a:t>
            </a:r>
            <a:endParaRPr lang="en-GB"/>
          </a:p>
          <a:p>
            <a:pPr marL="0" lvl="0" indent="0" algn="l" rtl="0">
              <a:spcBef>
                <a:spcPts val="0"/>
              </a:spcBef>
              <a:spcAft>
                <a:spcPts val="0"/>
              </a:spcAft>
              <a:buNone/>
            </a:pPr>
            <a:r>
              <a:rPr lang="en-GB" u="sng">
                <a:solidFill>
                  <a:schemeClr val="hlink"/>
                </a:solidFill>
                <a:hlinkClick r:id="rId1"/>
              </a:rPr>
              <a:t>Basic Git Commands Every Developer Should Know (Git &amp; Github)</a:t>
            </a:r>
            <a:endParaRPr lang="en-GB" u="sng">
              <a:solidFill>
                <a:schemeClr val="hlink"/>
              </a:solidFill>
            </a:endParaRPr>
          </a:p>
          <a:p>
            <a:pPr marL="0" lvl="0" indent="0" algn="l" rtl="0">
              <a:spcBef>
                <a:spcPts val="0"/>
              </a:spcBef>
              <a:spcAft>
                <a:spcPts val="0"/>
              </a:spcAft>
              <a:buNone/>
            </a:pPr>
          </a:p>
          <a:p>
            <a:pPr marL="0" lvl="0" indent="0" algn="l" rtl="0">
              <a:spcBef>
                <a:spcPts val="0"/>
              </a:spcBef>
              <a:spcAft>
                <a:spcPts val="0"/>
              </a:spcAft>
              <a:buNone/>
            </a:pPr>
            <a:r>
              <a:rPr lang="en-GB"/>
              <a:t>An </a:t>
            </a:r>
            <a:r>
              <a:rPr lang="en-GB"/>
              <a:t>interactive</a:t>
            </a:r>
            <a:r>
              <a:rPr lang="en-GB"/>
              <a:t> game that teaches git branching -</a:t>
            </a:r>
            <a:endParaRPr lang="en-GB"/>
          </a:p>
          <a:p>
            <a:pPr marL="0" lvl="0" indent="0" algn="l" rtl="0">
              <a:spcBef>
                <a:spcPts val="0"/>
              </a:spcBef>
              <a:spcAft>
                <a:spcPts val="0"/>
              </a:spcAft>
              <a:buNone/>
            </a:pPr>
            <a:r>
              <a:rPr lang="en-GB" u="sng">
                <a:solidFill>
                  <a:schemeClr val="hlink"/>
                </a:solidFill>
                <a:hlinkClick r:id="rId2"/>
              </a:rPr>
              <a:t>Learn Git Branching</a:t>
            </a:r>
            <a:endParaRPr lang="en-GB" u="sng">
              <a:solidFill>
                <a:schemeClr val="hlink"/>
              </a:solidFill>
              <a:hlinkClick r:id="rId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482" name="Shape 482"/>
        <p:cNvGrpSpPr/>
        <p:nvPr/>
      </p:nvGrpSpPr>
      <p:grpSpPr>
        <a:xfrm>
          <a:off x="0" y="0"/>
          <a:ext cx="0" cy="0"/>
          <a:chOff x="0" y="0"/>
          <a:chExt cx="0" cy="0"/>
        </a:xfrm>
      </p:grpSpPr>
      <p:sp>
        <p:nvSpPr>
          <p:cNvPr id="483" name="Google Shape;483;p77"/>
          <p:cNvSpPr txBox="1"/>
          <p:nvPr>
            <p:ph type="title"/>
          </p:nvPr>
        </p:nvSpPr>
        <p:spPr>
          <a:xfrm>
            <a:off x="311700" y="2285400"/>
            <a:ext cx="8520600" cy="507900"/>
          </a:xfrm>
          <a:prstGeom prst="rect">
            <a:avLst/>
          </a:prstGeom>
        </p:spPr>
        <p:txBody>
          <a:bodyPr spcFirstLastPara="1" wrap="square" lIns="0" tIns="0" rIns="0" bIns="0" anchor="t" anchorCtr="0">
            <a:spAutoFit/>
          </a:bodyPr>
          <a:lstStyle/>
          <a:p>
            <a:pPr marL="0" lvl="0" indent="0" algn="ctr" rtl="0">
              <a:spcBef>
                <a:spcPts val="0"/>
              </a:spcBef>
              <a:spcAft>
                <a:spcPts val="0"/>
              </a:spcAft>
              <a:buNone/>
            </a:pPr>
            <a:r>
              <a:rPr lang="en-GB">
                <a:solidFill>
                  <a:schemeClr val="lt1"/>
                </a:solidFill>
              </a:rPr>
              <a:t>THANK YOU</a:t>
            </a:r>
            <a:endParaRPr>
              <a:solidFill>
                <a:schemeClr val="lt1"/>
              </a:solidFill>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13105</Words>
  <Application>WPS Presentation</Application>
  <PresentationFormat/>
  <Paragraphs>367</Paragraphs>
  <Slides>56</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56</vt:i4>
      </vt:variant>
    </vt:vector>
  </HeadingPairs>
  <TitlesOfParts>
    <vt:vector size="68" baseType="lpstr">
      <vt:lpstr>Arial</vt:lpstr>
      <vt:lpstr>SimSun</vt:lpstr>
      <vt:lpstr>Wingdings</vt:lpstr>
      <vt:lpstr>Arial</vt:lpstr>
      <vt:lpstr>Raleway</vt:lpstr>
      <vt:lpstr>Lato</vt:lpstr>
      <vt:lpstr>Calibri</vt:lpstr>
      <vt:lpstr>Microsoft YaHei</vt:lpstr>
      <vt:lpstr>Arial Unicode MS</vt:lpstr>
      <vt:lpstr>Courier New</vt:lpstr>
      <vt:lpstr>Streamline</vt:lpstr>
      <vt:lpstr>Office Theme</vt:lpstr>
      <vt:lpstr>Lab: Git &amp; Github</vt:lpstr>
      <vt:lpstr>Git and GitHub</vt:lpstr>
      <vt:lpstr>Git and GitHub</vt:lpstr>
      <vt:lpstr>Git and GitHub</vt:lpstr>
      <vt:lpstr>Git and GitHub</vt:lpstr>
      <vt:lpstr>Git and GitHub</vt:lpstr>
      <vt:lpstr>Git and GitHub</vt:lpstr>
      <vt:lpstr>Git workflow</vt:lpstr>
      <vt:lpstr>Git and GitHub</vt:lpstr>
      <vt:lpstr>Git and GitHub</vt:lpstr>
      <vt:lpstr>Git and GitHub</vt:lpstr>
      <vt:lpstr>Git and GitHub</vt:lpstr>
      <vt:lpstr>Git and GitHub</vt:lpstr>
      <vt:lpstr>Git and GitHub</vt:lpstr>
      <vt:lpstr>Getting started</vt:lpstr>
      <vt:lpstr>GitHub</vt:lpstr>
      <vt:lpstr>GitHub</vt:lpstr>
      <vt:lpstr>GitHub</vt:lpstr>
      <vt:lpstr>GitHub</vt:lpstr>
      <vt:lpstr>Next steps...</vt:lpstr>
      <vt:lpstr>GitHub</vt:lpstr>
      <vt:lpstr>GitHub</vt:lpstr>
      <vt:lpstr>GitHub</vt:lpstr>
      <vt:lpstr>GitHub</vt:lpstr>
      <vt:lpstr>GitHub</vt:lpstr>
      <vt:lpstr>GitHub</vt:lpstr>
      <vt:lpstr>Working on other repos</vt:lpstr>
      <vt:lpstr>GitHub</vt:lpstr>
      <vt:lpstr>GitHub</vt:lpstr>
      <vt:lpstr>GitHub</vt:lpstr>
      <vt:lpstr>GitHub</vt:lpstr>
      <vt:lpstr>GitHub</vt:lpstr>
      <vt:lpstr>Collaborating on github</vt:lpstr>
      <vt:lpstr>GitHub</vt:lpstr>
      <vt:lpstr>GitHub</vt:lpstr>
      <vt:lpstr>GitHub</vt:lpstr>
      <vt:lpstr>GitHub</vt:lpstr>
      <vt:lpstr>GitHub</vt:lpstr>
      <vt:lpstr>GitHub</vt:lpstr>
      <vt:lpstr>GitHub</vt:lpstr>
      <vt:lpstr>GitHub</vt:lpstr>
      <vt:lpstr>GitHub</vt:lpstr>
      <vt:lpstr>GitHub</vt:lpstr>
      <vt:lpstr>GitHub</vt:lpstr>
      <vt:lpstr>GitHub</vt:lpstr>
      <vt:lpstr>GitHub</vt:lpstr>
      <vt:lpstr>GitHub</vt:lpstr>
      <vt:lpstr>Resolving conflicts</vt:lpstr>
      <vt:lpstr>GitHub</vt:lpstr>
      <vt:lpstr>GitHub</vt:lpstr>
      <vt:lpstr>GitHub</vt:lpstr>
      <vt:lpstr>GitHub</vt:lpstr>
      <vt:lpstr>GitHub</vt:lpstr>
      <vt:lpstr>GitHub</vt:lpstr>
      <vt:lpstr>Resources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Git &amp; Github</dc:title>
  <dc:creator/>
  <cp:lastModifiedBy>Teacher</cp:lastModifiedBy>
  <cp:revision>2</cp:revision>
  <dcterms:created xsi:type="dcterms:W3CDTF">2025-10-25T14:47:00Z</dcterms:created>
  <dcterms:modified xsi:type="dcterms:W3CDTF">2025-10-26T04:19:53Z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A42B30EE2A2240FDAE2F12B456319146_12</vt:lpwstr>
  </property>
  <property fmtid="{D5CDD505-2E9C-101B-9397-08002B2CF9AE}" pid="3" name="KSOProductBuildVer">
    <vt:lpwstr>2057-12.2.0.23149</vt:lpwstr>
  </property>
</Properties>
</file>